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E12D5C-212B-E6D8-D741-069C1BAA6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2705C6-F9A1-297F-8E92-54788A6A7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ABEEBF-2C78-96BC-F025-A0AE6B31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894C96-51E6-EF1C-7D62-49578836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F8385-55F0-ACA1-AB14-9DAE838BF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1557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0EBAA-8E05-667C-500A-F2B5D763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888989-376B-FB2E-CC6A-3B7249AC4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18FA26-AF55-F331-0126-F040994F5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1314F2-3B00-668A-1213-2A0A8E234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87DFA2-7B91-CBF9-9CED-6B9DC54F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168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FE54C-41E8-C625-B92C-A967743E8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03B215-43A8-BE57-9E79-583BCADB7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365D4D-E0EF-E937-BAEC-02C5BD677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811E79-3F3F-5AC1-79E0-D81C3381A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031F89-C3FC-50FE-C362-5DAFE3CC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530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1C55F-0C99-B6AA-8DD3-2888035F5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3E0DC4-5351-5333-CA54-CD73F5256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74635B-C4F5-BD1E-7EC4-D383C4394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855393-727D-C1DB-9437-0698EB1C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CFBBB9-AB88-C40B-A8D7-EA454188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422426-4DA6-DFDF-E94C-314C29A5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4923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2973B6-D9A9-51C9-4698-8AA343F8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32DE46-E1F2-C03C-883C-D5115D6E0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32922D-DAEE-63C8-1C8C-D3CC09771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FEB6E9-75BD-9234-59AE-D3A1DEC11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4552DA-2143-190A-634A-597064F13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D71614-EDEF-4412-5757-9AF11E66A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50A5EF0-6698-C7FD-9D76-EB5D604B1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EEDB60-D5A8-EBFF-F4EE-ABF7D8BD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975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2E1F5-98AC-9DD0-62F9-4C3EED84C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9BFB999-8201-CF6D-CDA8-F6305672C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BE43A-3298-F5BE-94AC-CD577319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6BE12FD-5E22-E02E-6A27-1A82B77D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205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7CFD05-61DA-1170-3F15-6C0DC1F7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A5668BC-7960-0640-9CC0-8C466BE3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00AE42-13AE-A9B8-D7F2-DC53D925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246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015A4-0C98-741D-8E73-9B95B049D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CEC7E3-0744-0D06-4590-71B114EC9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843676-3D50-45F5-2D5F-DB9B05AB0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509120-6B74-487D-790C-EA517956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18D727-9B54-C197-501F-B3A6CE2A4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BE01EB-1008-80B0-C699-E3F7F076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4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91C2EA-8C3B-4E80-12EE-C8097030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164B27-178F-577E-E540-01376EFA7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3EBDE0-F3EA-3350-A511-BA6852169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91EDDE2-20DC-588A-D7F0-C8C2CEB6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F90F11-4043-38E8-6FAD-E79CD935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EFE99B-F007-DE49-F4E3-ECF24180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024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6B823-4A3D-585A-DAB9-0007A88F4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406993-885B-C932-032A-1A4B6D00A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7C51F3-2860-591D-E21E-39D65AA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FEFAD0-2093-4485-5343-0D99532B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7C73A4-8045-66A9-DCDB-B5CEF6E0F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524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365C42-E309-29AC-7C0B-336728671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216130-1DB4-8638-E77C-FC060F0C3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AD7F32-7EEE-6B92-532E-00FAC07C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A43D5A-3FE3-3963-30B2-EB191A49E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9A44EC-F5D6-0930-AB49-69B80CE9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163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818670A-052D-CABD-1C97-BB9F574C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75F280-B40E-A56C-B0ED-0BBAAE713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63E77E-9A0C-9AF0-8F18-8420C013E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18B0A-99AF-8A4F-BB74-581F32C569FA}" type="datetimeFigureOut">
              <a:rPr lang="es-MX" smtClean="0"/>
              <a:t>16/10/24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9B0C01-4102-08EC-9675-FD81ADFA6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33A1FA-9041-5759-9B41-A3A297C60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16CCB-1715-B34F-8172-8B0B6682DB2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128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9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5D84CB-4150-A568-C211-C52A97F78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3C928-B0E4-1E54-3D3C-0F34F73E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18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718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Alejandra González De Borja</dc:creator>
  <cp:lastModifiedBy>Alejandra González De Borja</cp:lastModifiedBy>
  <cp:revision>1</cp:revision>
  <dcterms:created xsi:type="dcterms:W3CDTF">2024-10-16T19:24:39Z</dcterms:created>
  <dcterms:modified xsi:type="dcterms:W3CDTF">2024-10-16T19:27:32Z</dcterms:modified>
</cp:coreProperties>
</file>
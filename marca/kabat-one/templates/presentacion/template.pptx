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84" r:id="rId2"/>
    <p:sldId id="290" r:id="rId3"/>
    <p:sldId id="289" r:id="rId4"/>
    <p:sldId id="291" r:id="rId5"/>
    <p:sldId id="292" r:id="rId6"/>
    <p:sldId id="293" r:id="rId7"/>
    <p:sldId id="294" r:id="rId8"/>
  </p:sldIdLst>
  <p:sldSz cx="14630400" cy="8229600"/>
  <p:notesSz cx="8229600" cy="14630400"/>
  <p:embeddedFontLst>
    <p:embeddedFont>
      <p:font typeface="Cambria" panose="02040503050406030204" pitchFamily="18" charset="0"/>
      <p:regular r:id="rId10"/>
      <p:bold r:id="rId11"/>
      <p:italic r:id="rId12"/>
      <p:boldItalic r:id="rId13"/>
    </p:embeddedFont>
  </p:embeddedFontLst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1D8FF"/>
    <a:srgbClr val="01A5FF"/>
    <a:srgbClr val="67000D"/>
    <a:srgbClr val="C6151B"/>
    <a:srgbClr val="F54D37"/>
    <a:srgbClr val="FC8F6F"/>
    <a:srgbClr val="FDCCB8"/>
    <a:srgbClr val="FFF5F1"/>
    <a:srgbClr val="8DCB3E"/>
    <a:srgbClr val="040D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72"/>
    <p:restoredTop sz="96301"/>
  </p:normalViewPr>
  <p:slideViewPr>
    <p:cSldViewPr snapToGrid="0" snapToObjects="1">
      <p:cViewPr varScale="1">
        <p:scale>
          <a:sx n="102" d="100"/>
          <a:sy n="102" d="100"/>
        </p:scale>
        <p:origin x="87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jandra González De Borja" userId="a281b2a9-21f2-4056-9cf3-e6c0c26c31e1" providerId="ADAL" clId="{890C167F-56F8-004B-9B0E-1248D0C8DC96}"/>
    <pc:docChg chg="undo custSel addSld delSld modSld sldOrd modMainMaster">
      <pc:chgData name="Alejandra González De Borja" userId="a281b2a9-21f2-4056-9cf3-e6c0c26c31e1" providerId="ADAL" clId="{890C167F-56F8-004B-9B0E-1248D0C8DC96}" dt="2025-03-19T23:06:43.224" v="6446" actId="20577"/>
      <pc:docMkLst>
        <pc:docMk/>
      </pc:docMkLst>
      <pc:sldChg chg="del">
        <pc:chgData name="Alejandra González De Borja" userId="a281b2a9-21f2-4056-9cf3-e6c0c26c31e1" providerId="ADAL" clId="{890C167F-56F8-004B-9B0E-1248D0C8DC96}" dt="2025-03-19T15:42:40.104" v="113" actId="2696"/>
        <pc:sldMkLst>
          <pc:docMk/>
          <pc:sldMk cId="0" sldId="256"/>
        </pc:sldMkLst>
      </pc:sldChg>
      <pc:sldChg chg="del">
        <pc:chgData name="Alejandra González De Borja" userId="a281b2a9-21f2-4056-9cf3-e6c0c26c31e1" providerId="ADAL" clId="{890C167F-56F8-004B-9B0E-1248D0C8DC96}" dt="2025-03-19T15:45:18.264" v="114" actId="2696"/>
        <pc:sldMkLst>
          <pc:docMk/>
          <pc:sldMk cId="0" sldId="257"/>
        </pc:sldMkLst>
      </pc:sldChg>
      <pc:sldChg chg="addSp modSp mod">
        <pc:chgData name="Alejandra González De Borja" userId="a281b2a9-21f2-4056-9cf3-e6c0c26c31e1" providerId="ADAL" clId="{890C167F-56F8-004B-9B0E-1248D0C8DC96}" dt="2025-03-19T23:05:59.938" v="6438" actId="20577"/>
        <pc:sldMkLst>
          <pc:docMk/>
          <pc:sldMk cId="0" sldId="258"/>
        </pc:sldMkLst>
      </pc:sldChg>
      <pc:sldChg chg="addSp delSp modSp mod">
        <pc:chgData name="Alejandra González De Borja" userId="a281b2a9-21f2-4056-9cf3-e6c0c26c31e1" providerId="ADAL" clId="{890C167F-56F8-004B-9B0E-1248D0C8DC96}" dt="2025-03-19T20:01:42.213" v="6336" actId="207"/>
        <pc:sldMkLst>
          <pc:docMk/>
          <pc:sldMk cId="0" sldId="259"/>
        </pc:sldMkLst>
      </pc:sldChg>
      <pc:sldChg chg="del">
        <pc:chgData name="Alejandra González De Borja" userId="a281b2a9-21f2-4056-9cf3-e6c0c26c31e1" providerId="ADAL" clId="{890C167F-56F8-004B-9B0E-1248D0C8DC96}" dt="2025-03-19T15:54:40.649" v="130" actId="2696"/>
        <pc:sldMkLst>
          <pc:docMk/>
          <pc:sldMk cId="0" sldId="260"/>
        </pc:sldMkLst>
      </pc:sldChg>
      <pc:sldChg chg="del">
        <pc:chgData name="Alejandra González De Borja" userId="a281b2a9-21f2-4056-9cf3-e6c0c26c31e1" providerId="ADAL" clId="{890C167F-56F8-004B-9B0E-1248D0C8DC96}" dt="2025-03-19T17:35:52.832" v="2030" actId="2696"/>
        <pc:sldMkLst>
          <pc:docMk/>
          <pc:sldMk cId="0" sldId="261"/>
        </pc:sldMkLst>
      </pc:sldChg>
      <pc:sldChg chg="del">
        <pc:chgData name="Alejandra González De Borja" userId="a281b2a9-21f2-4056-9cf3-e6c0c26c31e1" providerId="ADAL" clId="{890C167F-56F8-004B-9B0E-1248D0C8DC96}" dt="2025-03-19T15:55:33.778" v="132" actId="2696"/>
        <pc:sldMkLst>
          <pc:docMk/>
          <pc:sldMk cId="0" sldId="262"/>
        </pc:sldMkLst>
      </pc:sldChg>
      <pc:sldChg chg="addSp delSp modSp mod">
        <pc:chgData name="Alejandra González De Borja" userId="a281b2a9-21f2-4056-9cf3-e6c0c26c31e1" providerId="ADAL" clId="{890C167F-56F8-004B-9B0E-1248D0C8DC96}" dt="2025-03-19T23:01:34.532" v="6404" actId="113"/>
        <pc:sldMkLst>
          <pc:docMk/>
          <pc:sldMk cId="0" sldId="263"/>
        </pc:sldMkLst>
      </pc:sldChg>
      <pc:sldChg chg="addSp delSp modSp mod">
        <pc:chgData name="Alejandra González De Borja" userId="a281b2a9-21f2-4056-9cf3-e6c0c26c31e1" providerId="ADAL" clId="{890C167F-56F8-004B-9B0E-1248D0C8DC96}" dt="2025-03-19T18:39:30.287" v="3607" actId="14100"/>
        <pc:sldMkLst>
          <pc:docMk/>
          <pc:sldMk cId="0" sldId="264"/>
        </pc:sldMkLst>
      </pc:sldChg>
      <pc:sldChg chg="del">
        <pc:chgData name="Alejandra González De Borja" userId="a281b2a9-21f2-4056-9cf3-e6c0c26c31e1" providerId="ADAL" clId="{890C167F-56F8-004B-9B0E-1248D0C8DC96}" dt="2025-03-19T16:01:33.644" v="140" actId="2696"/>
        <pc:sldMkLst>
          <pc:docMk/>
          <pc:sldMk cId="0" sldId="265"/>
        </pc:sldMkLst>
      </pc:sldChg>
      <pc:sldChg chg="addSp delSp modSp add mod">
        <pc:chgData name="Alejandra González De Borja" userId="a281b2a9-21f2-4056-9cf3-e6c0c26c31e1" providerId="ADAL" clId="{890C167F-56F8-004B-9B0E-1248D0C8DC96}" dt="2025-03-19T23:04:22.194" v="6428" actId="255"/>
        <pc:sldMkLst>
          <pc:docMk/>
          <pc:sldMk cId="0" sldId="273"/>
        </pc:sldMkLst>
      </pc:sldChg>
      <pc:sldChg chg="addSp delSp modSp add mod">
        <pc:chgData name="Alejandra González De Borja" userId="a281b2a9-21f2-4056-9cf3-e6c0c26c31e1" providerId="ADAL" clId="{890C167F-56F8-004B-9B0E-1248D0C8DC96}" dt="2025-03-19T23:05:25.043" v="6433" actId="20577"/>
        <pc:sldMkLst>
          <pc:docMk/>
          <pc:sldMk cId="0" sldId="276"/>
        </pc:sldMkLst>
      </pc:sldChg>
      <pc:sldChg chg="addSp delSp modSp add mod">
        <pc:chgData name="Alejandra González De Borja" userId="a281b2a9-21f2-4056-9cf3-e6c0c26c31e1" providerId="ADAL" clId="{890C167F-56F8-004B-9B0E-1248D0C8DC96}" dt="2025-03-19T22:58:16.780" v="6384" actId="20577"/>
        <pc:sldMkLst>
          <pc:docMk/>
          <pc:sldMk cId="0" sldId="278"/>
        </pc:sldMkLst>
      </pc:sldChg>
      <pc:sldChg chg="addSp modSp add mod">
        <pc:chgData name="Alejandra González De Borja" userId="a281b2a9-21f2-4056-9cf3-e6c0c26c31e1" providerId="ADAL" clId="{890C167F-56F8-004B-9B0E-1248D0C8DC96}" dt="2025-03-19T23:06:43.224" v="6446" actId="20577"/>
        <pc:sldMkLst>
          <pc:docMk/>
          <pc:sldMk cId="0" sldId="280"/>
        </pc:sldMkLst>
      </pc:sldChg>
      <pc:sldChg chg="addSp delSp modSp add mod">
        <pc:chgData name="Alejandra González De Borja" userId="a281b2a9-21f2-4056-9cf3-e6c0c26c31e1" providerId="ADAL" clId="{890C167F-56F8-004B-9B0E-1248D0C8DC96}" dt="2025-03-19T18:42:02.973" v="3633" actId="1037"/>
        <pc:sldMkLst>
          <pc:docMk/>
          <pc:sldMk cId="0" sldId="281"/>
        </pc:sldMkLst>
      </pc:sldChg>
      <pc:sldChg chg="addSp delSp modSp add mod setBg">
        <pc:chgData name="Alejandra González De Borja" userId="a281b2a9-21f2-4056-9cf3-e6c0c26c31e1" providerId="ADAL" clId="{890C167F-56F8-004B-9B0E-1248D0C8DC96}" dt="2025-03-19T23:04:58.369" v="6432" actId="20577"/>
        <pc:sldMkLst>
          <pc:docMk/>
          <pc:sldMk cId="0" sldId="282"/>
        </pc:sldMkLst>
      </pc:sldChg>
      <pc:sldChg chg="addSp delSp modSp add del mod setBg">
        <pc:chgData name="Alejandra González De Borja" userId="a281b2a9-21f2-4056-9cf3-e6c0c26c31e1" providerId="ADAL" clId="{890C167F-56F8-004B-9B0E-1248D0C8DC96}" dt="2025-03-19T16:58:46.749" v="1581" actId="2696"/>
        <pc:sldMkLst>
          <pc:docMk/>
          <pc:sldMk cId="433281250" sldId="283"/>
        </pc:sldMkLst>
      </pc:sldChg>
      <pc:sldChg chg="modSp add mod">
        <pc:chgData name="Alejandra González De Borja" userId="a281b2a9-21f2-4056-9cf3-e6c0c26c31e1" providerId="ADAL" clId="{890C167F-56F8-004B-9B0E-1248D0C8DC96}" dt="2025-03-19T16:17:57.136" v="707" actId="20577"/>
        <pc:sldMkLst>
          <pc:docMk/>
          <pc:sldMk cId="2389597209" sldId="284"/>
        </pc:sldMkLst>
        <pc:spChg chg="mod">
          <ac:chgData name="Alejandra González De Borja" userId="a281b2a9-21f2-4056-9cf3-e6c0c26c31e1" providerId="ADAL" clId="{890C167F-56F8-004B-9B0E-1248D0C8DC96}" dt="2025-03-19T16:17:57.136" v="707" actId="20577"/>
          <ac:spMkLst>
            <pc:docMk/>
            <pc:sldMk cId="2389597209" sldId="284"/>
            <ac:spMk id="9" creationId="{9FD9001D-131A-93DC-2A86-2DC8B4E96140}"/>
          </ac:spMkLst>
        </pc:spChg>
      </pc:sldChg>
      <pc:sldChg chg="new del">
        <pc:chgData name="Alejandra González De Borja" userId="a281b2a9-21f2-4056-9cf3-e6c0c26c31e1" providerId="ADAL" clId="{890C167F-56F8-004B-9B0E-1248D0C8DC96}" dt="2025-03-19T16:13:31.234" v="658" actId="2696"/>
        <pc:sldMkLst>
          <pc:docMk/>
          <pc:sldMk cId="616269439" sldId="285"/>
        </pc:sldMkLst>
      </pc:sldChg>
      <pc:sldChg chg="addSp delSp modSp add mod setBg">
        <pc:chgData name="Alejandra González De Borja" userId="a281b2a9-21f2-4056-9cf3-e6c0c26c31e1" providerId="ADAL" clId="{890C167F-56F8-004B-9B0E-1248D0C8DC96}" dt="2025-03-19T18:39:52.867" v="3611" actId="2711"/>
        <pc:sldMkLst>
          <pc:docMk/>
          <pc:sldMk cId="0" sldId="286"/>
        </pc:sldMkLst>
      </pc:sldChg>
      <pc:sldChg chg="addSp delSp modSp add mod">
        <pc:chgData name="Alejandra González De Borja" userId="a281b2a9-21f2-4056-9cf3-e6c0c26c31e1" providerId="ADAL" clId="{890C167F-56F8-004B-9B0E-1248D0C8DC96}" dt="2025-03-19T18:36:37.955" v="3585" actId="14100"/>
        <pc:sldMkLst>
          <pc:docMk/>
          <pc:sldMk cId="1922339480" sldId="287"/>
        </pc:sldMkLst>
      </pc:sldChg>
      <pc:sldChg chg="new del">
        <pc:chgData name="Alejandra González De Borja" userId="a281b2a9-21f2-4056-9cf3-e6c0c26c31e1" providerId="ADAL" clId="{890C167F-56F8-004B-9B0E-1248D0C8DC96}" dt="2025-03-19T16:54:23.360" v="779" actId="2696"/>
        <pc:sldMkLst>
          <pc:docMk/>
          <pc:sldMk cId="967971559" sldId="288"/>
        </pc:sldMkLst>
      </pc:sldChg>
      <pc:sldChg chg="addSp delSp modSp new mod ord">
        <pc:chgData name="Alejandra González De Borja" userId="a281b2a9-21f2-4056-9cf3-e6c0c26c31e1" providerId="ADAL" clId="{890C167F-56F8-004B-9B0E-1248D0C8DC96}" dt="2025-03-19T23:05:38.884" v="6434" actId="20577"/>
        <pc:sldMkLst>
          <pc:docMk/>
          <pc:sldMk cId="2110035366" sldId="288"/>
        </pc:sldMkLst>
      </pc:sldChg>
      <pc:sldChg chg="new del">
        <pc:chgData name="Alejandra González De Borja" userId="a281b2a9-21f2-4056-9cf3-e6c0c26c31e1" providerId="ADAL" clId="{890C167F-56F8-004B-9B0E-1248D0C8DC96}" dt="2025-03-19T17:35:49.743" v="2029" actId="2696"/>
        <pc:sldMkLst>
          <pc:docMk/>
          <pc:sldMk cId="2433850003" sldId="289"/>
        </pc:sldMkLst>
      </pc:sldChg>
      <pc:sldMasterChg chg="modSldLayout">
        <pc:chgData name="Alejandra González De Borja" userId="a281b2a9-21f2-4056-9cf3-e6c0c26c31e1" providerId="ADAL" clId="{890C167F-56F8-004B-9B0E-1248D0C8DC96}" dt="2025-03-19T16:32:25.918" v="758" actId="478"/>
        <pc:sldMasterMkLst>
          <pc:docMk/>
          <pc:sldMasterMk cId="0" sldId="2147483648"/>
        </pc:sldMasterMkLst>
        <pc:sldLayoutChg chg="delSp mod">
          <pc:chgData name="Alejandra González De Borja" userId="a281b2a9-21f2-4056-9cf3-e6c0c26c31e1" providerId="ADAL" clId="{890C167F-56F8-004B-9B0E-1248D0C8DC96}" dt="2025-03-19T16:31:10.248" v="734" actId="478"/>
          <pc:sldLayoutMkLst>
            <pc:docMk/>
            <pc:sldMasterMk cId="0" sldId="2147483648"/>
            <pc:sldLayoutMk cId="0" sldId="2147483650"/>
          </pc:sldLayoutMkLst>
        </pc:sldLayoutChg>
        <pc:sldLayoutChg chg="delSp mod">
          <pc:chgData name="Alejandra González De Borja" userId="a281b2a9-21f2-4056-9cf3-e6c0c26c31e1" providerId="ADAL" clId="{890C167F-56F8-004B-9B0E-1248D0C8DC96}" dt="2025-03-19T16:31:12.202" v="735" actId="478"/>
          <pc:sldLayoutMkLst>
            <pc:docMk/>
            <pc:sldMasterMk cId="0" sldId="2147483648"/>
            <pc:sldLayoutMk cId="0" sldId="2147483651"/>
          </pc:sldLayoutMkLst>
        </pc:sldLayoutChg>
        <pc:sldLayoutChg chg="delSp mod">
          <pc:chgData name="Alejandra González De Borja" userId="a281b2a9-21f2-4056-9cf3-e6c0c26c31e1" providerId="ADAL" clId="{890C167F-56F8-004B-9B0E-1248D0C8DC96}" dt="2025-03-19T16:31:14.141" v="736" actId="478"/>
          <pc:sldLayoutMkLst>
            <pc:docMk/>
            <pc:sldMasterMk cId="0" sldId="2147483648"/>
            <pc:sldLayoutMk cId="0" sldId="2147483652"/>
          </pc:sldLayoutMkLst>
        </pc:sldLayoutChg>
        <pc:sldLayoutChg chg="delSp mod">
          <pc:chgData name="Alejandra González De Borja" userId="a281b2a9-21f2-4056-9cf3-e6c0c26c31e1" providerId="ADAL" clId="{890C167F-56F8-004B-9B0E-1248D0C8DC96}" dt="2025-03-19T16:31:05.007" v="733" actId="478"/>
          <pc:sldLayoutMkLst>
            <pc:docMk/>
            <pc:sldMasterMk cId="0" sldId="2147483648"/>
            <pc:sldLayoutMk cId="0" sldId="2147483653"/>
          </pc:sldLayoutMkLst>
        </pc:sldLayoutChg>
        <pc:sldLayoutChg chg="delSp mod">
          <pc:chgData name="Alejandra González De Borja" userId="a281b2a9-21f2-4056-9cf3-e6c0c26c31e1" providerId="ADAL" clId="{890C167F-56F8-004B-9B0E-1248D0C8DC96}" dt="2025-03-19T16:31:20.603" v="737" actId="478"/>
          <pc:sldLayoutMkLst>
            <pc:docMk/>
            <pc:sldMasterMk cId="0" sldId="2147483648"/>
            <pc:sldLayoutMk cId="0" sldId="2147483654"/>
          </pc:sldLayoutMkLst>
        </pc:sldLayoutChg>
        <pc:sldLayoutChg chg="delSp mod">
          <pc:chgData name="Alejandra González De Borja" userId="a281b2a9-21f2-4056-9cf3-e6c0c26c31e1" providerId="ADAL" clId="{890C167F-56F8-004B-9B0E-1248D0C8DC96}" dt="2025-03-19T16:31:22.801" v="738" actId="478"/>
          <pc:sldLayoutMkLst>
            <pc:docMk/>
            <pc:sldMasterMk cId="0" sldId="2147483648"/>
            <pc:sldLayoutMk cId="0" sldId="2147483655"/>
          </pc:sldLayoutMkLst>
        </pc:sldLayoutChg>
        <pc:sldLayoutChg chg="delSp mod">
          <pc:chgData name="Alejandra González De Borja" userId="a281b2a9-21f2-4056-9cf3-e6c0c26c31e1" providerId="ADAL" clId="{890C167F-56F8-004B-9B0E-1248D0C8DC96}" dt="2025-03-19T16:31:24.817" v="739" actId="478"/>
          <pc:sldLayoutMkLst>
            <pc:docMk/>
            <pc:sldMasterMk cId="0" sldId="2147483648"/>
            <pc:sldLayoutMk cId="0" sldId="2147483656"/>
          </pc:sldLayoutMkLst>
        </pc:sldLayoutChg>
        <pc:sldLayoutChg chg="delSp mod">
          <pc:chgData name="Alejandra González De Borja" userId="a281b2a9-21f2-4056-9cf3-e6c0c26c31e1" providerId="ADAL" clId="{890C167F-56F8-004B-9B0E-1248D0C8DC96}" dt="2025-03-19T16:31:28.637" v="740" actId="478"/>
          <pc:sldLayoutMkLst>
            <pc:docMk/>
            <pc:sldMasterMk cId="0" sldId="2147483648"/>
            <pc:sldLayoutMk cId="0" sldId="2147483657"/>
          </pc:sldLayoutMkLst>
        </pc:sldLayoutChg>
        <pc:sldLayoutChg chg="delSp mod">
          <pc:chgData name="Alejandra González De Borja" userId="a281b2a9-21f2-4056-9cf3-e6c0c26c31e1" providerId="ADAL" clId="{890C167F-56F8-004B-9B0E-1248D0C8DC96}" dt="2025-03-19T16:31:30.442" v="741" actId="478"/>
          <pc:sldLayoutMkLst>
            <pc:docMk/>
            <pc:sldMasterMk cId="0" sldId="2147483648"/>
            <pc:sldLayoutMk cId="0" sldId="2147483658"/>
          </pc:sldLayoutMkLst>
        </pc:sldLayoutChg>
        <pc:sldLayoutChg chg="delSp mod">
          <pc:chgData name="Alejandra González De Borja" userId="a281b2a9-21f2-4056-9cf3-e6c0c26c31e1" providerId="ADAL" clId="{890C167F-56F8-004B-9B0E-1248D0C8DC96}" dt="2025-03-19T16:31:32.390" v="742" actId="478"/>
          <pc:sldLayoutMkLst>
            <pc:docMk/>
            <pc:sldMasterMk cId="0" sldId="2147483648"/>
            <pc:sldLayoutMk cId="0" sldId="2147483659"/>
          </pc:sldLayoutMkLst>
        </pc:sldLayoutChg>
        <pc:sldLayoutChg chg="delSp mod">
          <pc:chgData name="Alejandra González De Borja" userId="a281b2a9-21f2-4056-9cf3-e6c0c26c31e1" providerId="ADAL" clId="{890C167F-56F8-004B-9B0E-1248D0C8DC96}" dt="2025-03-19T16:31:38.310" v="745" actId="478"/>
          <pc:sldLayoutMkLst>
            <pc:docMk/>
            <pc:sldMasterMk cId="0" sldId="2147483648"/>
            <pc:sldLayoutMk cId="3238963316" sldId="2147483660"/>
          </pc:sldLayoutMkLst>
        </pc:sldLayoutChg>
        <pc:sldLayoutChg chg="modSp mod">
          <pc:chgData name="Alejandra González De Borja" userId="a281b2a9-21f2-4056-9cf3-e6c0c26c31e1" providerId="ADAL" clId="{890C167F-56F8-004B-9B0E-1248D0C8DC96}" dt="2025-03-19T16:31:53.115" v="748" actId="20577"/>
          <pc:sldLayoutMkLst>
            <pc:docMk/>
            <pc:sldMasterMk cId="0" sldId="2147483648"/>
            <pc:sldLayoutMk cId="2232384865" sldId="2147483661"/>
          </pc:sldLayoutMkLst>
        </pc:sldLayoutChg>
        <pc:sldLayoutChg chg="delSp mod">
          <pc:chgData name="Alejandra González De Borja" userId="a281b2a9-21f2-4056-9cf3-e6c0c26c31e1" providerId="ADAL" clId="{890C167F-56F8-004B-9B0E-1248D0C8DC96}" dt="2025-03-19T16:32:12.194" v="749" actId="478"/>
          <pc:sldLayoutMkLst>
            <pc:docMk/>
            <pc:sldMasterMk cId="0" sldId="2147483648"/>
            <pc:sldLayoutMk cId="3981950904" sldId="2147483663"/>
          </pc:sldLayoutMkLst>
        </pc:sldLayoutChg>
        <pc:sldLayoutChg chg="delSp modSp mod">
          <pc:chgData name="Alejandra González De Borja" userId="a281b2a9-21f2-4056-9cf3-e6c0c26c31e1" providerId="ADAL" clId="{890C167F-56F8-004B-9B0E-1248D0C8DC96}" dt="2025-03-19T16:32:21.237" v="755" actId="478"/>
          <pc:sldLayoutMkLst>
            <pc:docMk/>
            <pc:sldMasterMk cId="0" sldId="2147483648"/>
            <pc:sldLayoutMk cId="205182528" sldId="2147483664"/>
          </pc:sldLayoutMkLst>
        </pc:sldLayoutChg>
        <pc:sldLayoutChg chg="delSp mod">
          <pc:chgData name="Alejandra González De Borja" userId="a281b2a9-21f2-4056-9cf3-e6c0c26c31e1" providerId="ADAL" clId="{890C167F-56F8-004B-9B0E-1248D0C8DC96}" dt="2025-03-19T16:32:25.918" v="758" actId="478"/>
          <pc:sldLayoutMkLst>
            <pc:docMk/>
            <pc:sldMasterMk cId="0" sldId="2147483648"/>
            <pc:sldLayoutMk cId="2510948790" sldId="2147483665"/>
          </pc:sldLayoutMkLst>
        </pc:sldLayoutChg>
      </pc:sldMasterChg>
    </pc:docChg>
  </pc:docChgLst>
  <pc:docChgLst>
    <pc:chgData name="Alejandra González De Borja" userId="a281b2a9-21f2-4056-9cf3-e6c0c26c31e1" providerId="ADAL" clId="{A94280CC-8B03-5F4A-8908-94B24805C6B7}"/>
    <pc:docChg chg="undo custSel addSld delSld modSld modMainMaster">
      <pc:chgData name="Alejandra González De Borja" userId="a281b2a9-21f2-4056-9cf3-e6c0c26c31e1" providerId="ADAL" clId="{A94280CC-8B03-5F4A-8908-94B24805C6B7}" dt="2025-03-25T23:01:17.232" v="87" actId="2711"/>
      <pc:docMkLst>
        <pc:docMk/>
      </pc:docMkLst>
      <pc:sldChg chg="delSp modSp del mod">
        <pc:chgData name="Alejandra González De Borja" userId="a281b2a9-21f2-4056-9cf3-e6c0c26c31e1" providerId="ADAL" clId="{A94280CC-8B03-5F4A-8908-94B24805C6B7}" dt="2025-03-25T22:50:17.819" v="50" actId="2696"/>
        <pc:sldMkLst>
          <pc:docMk/>
          <pc:sldMk cId="0" sldId="258"/>
        </pc:sldMkLst>
      </pc:sldChg>
      <pc:sldChg chg="del">
        <pc:chgData name="Alejandra González De Borja" userId="a281b2a9-21f2-4056-9cf3-e6c0c26c31e1" providerId="ADAL" clId="{A94280CC-8B03-5F4A-8908-94B24805C6B7}" dt="2025-03-25T22:42:26.814" v="2" actId="2696"/>
        <pc:sldMkLst>
          <pc:docMk/>
          <pc:sldMk cId="0" sldId="259"/>
        </pc:sldMkLst>
      </pc:sldChg>
      <pc:sldChg chg="del">
        <pc:chgData name="Alejandra González De Borja" userId="a281b2a9-21f2-4056-9cf3-e6c0c26c31e1" providerId="ADAL" clId="{A94280CC-8B03-5F4A-8908-94B24805C6B7}" dt="2025-03-25T22:51:04.598" v="58" actId="2696"/>
        <pc:sldMkLst>
          <pc:docMk/>
          <pc:sldMk cId="0" sldId="263"/>
        </pc:sldMkLst>
      </pc:sldChg>
      <pc:sldChg chg="del">
        <pc:chgData name="Alejandra González De Borja" userId="a281b2a9-21f2-4056-9cf3-e6c0c26c31e1" providerId="ADAL" clId="{A94280CC-8B03-5F4A-8908-94B24805C6B7}" dt="2025-03-25T22:51:13.583" v="59" actId="2696"/>
        <pc:sldMkLst>
          <pc:docMk/>
          <pc:sldMk cId="0" sldId="264"/>
        </pc:sldMkLst>
      </pc:sldChg>
      <pc:sldChg chg="del">
        <pc:chgData name="Alejandra González De Borja" userId="a281b2a9-21f2-4056-9cf3-e6c0c26c31e1" providerId="ADAL" clId="{A94280CC-8B03-5F4A-8908-94B24805C6B7}" dt="2025-03-25T22:51:15.897" v="60" actId="2696"/>
        <pc:sldMkLst>
          <pc:docMk/>
          <pc:sldMk cId="0" sldId="273"/>
        </pc:sldMkLst>
      </pc:sldChg>
      <pc:sldChg chg="delSp modSp del mod">
        <pc:chgData name="Alejandra González De Borja" userId="a281b2a9-21f2-4056-9cf3-e6c0c26c31e1" providerId="ADAL" clId="{A94280CC-8B03-5F4A-8908-94B24805C6B7}" dt="2025-03-25T22:50:51.671" v="55" actId="2696"/>
        <pc:sldMkLst>
          <pc:docMk/>
          <pc:sldMk cId="0" sldId="276"/>
        </pc:sldMkLst>
      </pc:sldChg>
      <pc:sldChg chg="del">
        <pc:chgData name="Alejandra González De Borja" userId="a281b2a9-21f2-4056-9cf3-e6c0c26c31e1" providerId="ADAL" clId="{A94280CC-8B03-5F4A-8908-94B24805C6B7}" dt="2025-03-25T22:42:42.588" v="3" actId="2696"/>
        <pc:sldMkLst>
          <pc:docMk/>
          <pc:sldMk cId="0" sldId="278"/>
        </pc:sldMkLst>
      </pc:sldChg>
      <pc:sldChg chg="del">
        <pc:chgData name="Alejandra González De Borja" userId="a281b2a9-21f2-4056-9cf3-e6c0c26c31e1" providerId="ADAL" clId="{A94280CC-8B03-5F4A-8908-94B24805C6B7}" dt="2025-03-25T22:51:01.539" v="57" actId="2696"/>
        <pc:sldMkLst>
          <pc:docMk/>
          <pc:sldMk cId="0" sldId="280"/>
        </pc:sldMkLst>
      </pc:sldChg>
      <pc:sldChg chg="del">
        <pc:chgData name="Alejandra González De Borja" userId="a281b2a9-21f2-4056-9cf3-e6c0c26c31e1" providerId="ADAL" clId="{A94280CC-8B03-5F4A-8908-94B24805C6B7}" dt="2025-03-25T22:51:22.719" v="61" actId="2696"/>
        <pc:sldMkLst>
          <pc:docMk/>
          <pc:sldMk cId="0" sldId="281"/>
        </pc:sldMkLst>
      </pc:sldChg>
      <pc:sldChg chg="del">
        <pc:chgData name="Alejandra González De Borja" userId="a281b2a9-21f2-4056-9cf3-e6c0c26c31e1" providerId="ADAL" clId="{A94280CC-8B03-5F4A-8908-94B24805C6B7}" dt="2025-03-25T22:52:07.399" v="70" actId="2696"/>
        <pc:sldMkLst>
          <pc:docMk/>
          <pc:sldMk cId="0" sldId="282"/>
        </pc:sldMkLst>
      </pc:sldChg>
      <pc:sldChg chg="modSp mod">
        <pc:chgData name="Alejandra González De Borja" userId="a281b2a9-21f2-4056-9cf3-e6c0c26c31e1" providerId="ADAL" clId="{A94280CC-8B03-5F4A-8908-94B24805C6B7}" dt="2025-03-25T23:00:25.555" v="83" actId="2711"/>
        <pc:sldMkLst>
          <pc:docMk/>
          <pc:sldMk cId="2389597209" sldId="284"/>
        </pc:sldMkLst>
        <pc:spChg chg="mod">
          <ac:chgData name="Alejandra González De Borja" userId="a281b2a9-21f2-4056-9cf3-e6c0c26c31e1" providerId="ADAL" clId="{A94280CC-8B03-5F4A-8908-94B24805C6B7}" dt="2025-03-25T23:00:25.555" v="83" actId="2711"/>
          <ac:spMkLst>
            <pc:docMk/>
            <pc:sldMk cId="2389597209" sldId="284"/>
            <ac:spMk id="9" creationId="{9FD9001D-131A-93DC-2A86-2DC8B4E96140}"/>
          </ac:spMkLst>
        </pc:spChg>
      </pc:sldChg>
      <pc:sldChg chg="del">
        <pc:chgData name="Alejandra González De Borja" userId="a281b2a9-21f2-4056-9cf3-e6c0c26c31e1" providerId="ADAL" clId="{A94280CC-8B03-5F4A-8908-94B24805C6B7}" dt="2025-03-25T22:42:08.231" v="0" actId="2696"/>
        <pc:sldMkLst>
          <pc:docMk/>
          <pc:sldMk cId="0" sldId="286"/>
        </pc:sldMkLst>
      </pc:sldChg>
      <pc:sldChg chg="del">
        <pc:chgData name="Alejandra González De Borja" userId="a281b2a9-21f2-4056-9cf3-e6c0c26c31e1" providerId="ADAL" clId="{A94280CC-8B03-5F4A-8908-94B24805C6B7}" dt="2025-03-25T22:42:12.665" v="1" actId="2696"/>
        <pc:sldMkLst>
          <pc:docMk/>
          <pc:sldMk cId="1922339480" sldId="287"/>
        </pc:sldMkLst>
      </pc:sldChg>
      <pc:sldChg chg="delSp del mod">
        <pc:chgData name="Alejandra González De Borja" userId="a281b2a9-21f2-4056-9cf3-e6c0c26c31e1" providerId="ADAL" clId="{A94280CC-8B03-5F4A-8908-94B24805C6B7}" dt="2025-03-25T22:47:49.250" v="30" actId="2696"/>
        <pc:sldMkLst>
          <pc:docMk/>
          <pc:sldMk cId="2110035366" sldId="288"/>
        </pc:sldMkLst>
      </pc:sldChg>
      <pc:sldChg chg="new">
        <pc:chgData name="Alejandra González De Borja" userId="a281b2a9-21f2-4056-9cf3-e6c0c26c31e1" providerId="ADAL" clId="{A94280CC-8B03-5F4A-8908-94B24805C6B7}" dt="2025-03-25T22:47:31.024" v="28" actId="680"/>
        <pc:sldMkLst>
          <pc:docMk/>
          <pc:sldMk cId="2123142081" sldId="289"/>
        </pc:sldMkLst>
      </pc:sldChg>
      <pc:sldChg chg="new del">
        <pc:chgData name="Alejandra González De Borja" userId="a281b2a9-21f2-4056-9cf3-e6c0c26c31e1" providerId="ADAL" clId="{A94280CC-8B03-5F4A-8908-94B24805C6B7}" dt="2025-03-25T22:48:06.266" v="32" actId="680"/>
        <pc:sldMkLst>
          <pc:docMk/>
          <pc:sldMk cId="1451107932" sldId="290"/>
        </pc:sldMkLst>
      </pc:sldChg>
      <pc:sldChg chg="new">
        <pc:chgData name="Alejandra González De Borja" userId="a281b2a9-21f2-4056-9cf3-e6c0c26c31e1" providerId="ADAL" clId="{A94280CC-8B03-5F4A-8908-94B24805C6B7}" dt="2025-03-25T22:48:08.082" v="33" actId="680"/>
        <pc:sldMkLst>
          <pc:docMk/>
          <pc:sldMk cId="3025966849" sldId="290"/>
        </pc:sldMkLst>
      </pc:sldChg>
      <pc:sldChg chg="addSp delSp modSp new mod">
        <pc:chgData name="Alejandra González De Borja" userId="a281b2a9-21f2-4056-9cf3-e6c0c26c31e1" providerId="ADAL" clId="{A94280CC-8B03-5F4A-8908-94B24805C6B7}" dt="2025-03-25T23:00:54.600" v="84" actId="2711"/>
        <pc:sldMkLst>
          <pc:docMk/>
          <pc:sldMk cId="2964683091" sldId="291"/>
        </pc:sldMkLst>
        <pc:spChg chg="add mod">
          <ac:chgData name="Alejandra González De Borja" userId="a281b2a9-21f2-4056-9cf3-e6c0c26c31e1" providerId="ADAL" clId="{A94280CC-8B03-5F4A-8908-94B24805C6B7}" dt="2025-03-25T23:00:54.600" v="84" actId="2711"/>
          <ac:spMkLst>
            <pc:docMk/>
            <pc:sldMk cId="2964683091" sldId="291"/>
            <ac:spMk id="3" creationId="{F99630E8-AF28-6890-4619-712AF767A16E}"/>
          </ac:spMkLst>
        </pc:spChg>
      </pc:sldChg>
      <pc:sldChg chg="addSp modSp new mod">
        <pc:chgData name="Alejandra González De Borja" userId="a281b2a9-21f2-4056-9cf3-e6c0c26c31e1" providerId="ADAL" clId="{A94280CC-8B03-5F4A-8908-94B24805C6B7}" dt="2025-03-25T23:01:04.498" v="85" actId="2711"/>
        <pc:sldMkLst>
          <pc:docMk/>
          <pc:sldMk cId="1322229816" sldId="292"/>
        </pc:sldMkLst>
        <pc:spChg chg="add mod">
          <ac:chgData name="Alejandra González De Borja" userId="a281b2a9-21f2-4056-9cf3-e6c0c26c31e1" providerId="ADAL" clId="{A94280CC-8B03-5F4A-8908-94B24805C6B7}" dt="2025-03-25T23:01:04.498" v="85" actId="2711"/>
          <ac:spMkLst>
            <pc:docMk/>
            <pc:sldMk cId="1322229816" sldId="292"/>
            <ac:spMk id="2" creationId="{F04EA92C-4E59-16F6-6449-7622B142FC8D}"/>
          </ac:spMkLst>
        </pc:spChg>
      </pc:sldChg>
      <pc:sldChg chg="new del">
        <pc:chgData name="Alejandra González De Borja" userId="a281b2a9-21f2-4056-9cf3-e6c0c26c31e1" providerId="ADAL" clId="{A94280CC-8B03-5F4A-8908-94B24805C6B7}" dt="2025-03-25T22:50:49.613" v="54" actId="2696"/>
        <pc:sldMkLst>
          <pc:docMk/>
          <pc:sldMk cId="116867384" sldId="293"/>
        </pc:sldMkLst>
      </pc:sldChg>
      <pc:sldChg chg="addSp modSp new mod">
        <pc:chgData name="Alejandra González De Borja" userId="a281b2a9-21f2-4056-9cf3-e6c0c26c31e1" providerId="ADAL" clId="{A94280CC-8B03-5F4A-8908-94B24805C6B7}" dt="2025-03-25T23:01:10.565" v="86" actId="2711"/>
        <pc:sldMkLst>
          <pc:docMk/>
          <pc:sldMk cId="4007117530" sldId="293"/>
        </pc:sldMkLst>
        <pc:spChg chg="add mod">
          <ac:chgData name="Alejandra González De Borja" userId="a281b2a9-21f2-4056-9cf3-e6c0c26c31e1" providerId="ADAL" clId="{A94280CC-8B03-5F4A-8908-94B24805C6B7}" dt="2025-03-25T23:01:10.565" v="86" actId="2711"/>
          <ac:spMkLst>
            <pc:docMk/>
            <pc:sldMk cId="4007117530" sldId="293"/>
            <ac:spMk id="2" creationId="{92BC769D-45A0-4F03-0DA1-417808201FAA}"/>
          </ac:spMkLst>
        </pc:spChg>
      </pc:sldChg>
      <pc:sldChg chg="addSp modSp new mod">
        <pc:chgData name="Alejandra González De Borja" userId="a281b2a9-21f2-4056-9cf3-e6c0c26c31e1" providerId="ADAL" clId="{A94280CC-8B03-5F4A-8908-94B24805C6B7}" dt="2025-03-25T23:01:17.232" v="87" actId="2711"/>
        <pc:sldMkLst>
          <pc:docMk/>
          <pc:sldMk cId="3690283649" sldId="294"/>
        </pc:sldMkLst>
        <pc:spChg chg="add mod">
          <ac:chgData name="Alejandra González De Borja" userId="a281b2a9-21f2-4056-9cf3-e6c0c26c31e1" providerId="ADAL" clId="{A94280CC-8B03-5F4A-8908-94B24805C6B7}" dt="2025-03-25T23:01:17.232" v="87" actId="2711"/>
          <ac:spMkLst>
            <pc:docMk/>
            <pc:sldMk cId="3690283649" sldId="294"/>
            <ac:spMk id="2" creationId="{FD3129D8-0F85-FCC7-6FD4-2FCF13A9B1E5}"/>
          </ac:spMkLst>
        </pc:spChg>
      </pc:sldChg>
      <pc:sldMasterChg chg="modSldLayout">
        <pc:chgData name="Alejandra González De Borja" userId="a281b2a9-21f2-4056-9cf3-e6c0c26c31e1" providerId="ADAL" clId="{A94280CC-8B03-5F4A-8908-94B24805C6B7}" dt="2025-03-25T22:53:59.337" v="81" actId="21"/>
        <pc:sldMasterMkLst>
          <pc:docMk/>
          <pc:sldMasterMk cId="0" sldId="2147483648"/>
        </pc:sldMasterMkLst>
        <pc:sldLayoutChg chg="addSp modSp">
          <pc:chgData name="Alejandra González De Borja" userId="a281b2a9-21f2-4056-9cf3-e6c0c26c31e1" providerId="ADAL" clId="{A94280CC-8B03-5F4A-8908-94B24805C6B7}" dt="2025-03-25T22:47:36.148" v="29"/>
          <pc:sldLayoutMkLst>
            <pc:docMk/>
            <pc:sldMasterMk cId="0" sldId="2147483648"/>
            <pc:sldLayoutMk cId="0" sldId="2147483650"/>
          </pc:sldLayoutMkLst>
          <pc:picChg chg="add mod">
            <ac:chgData name="Alejandra González De Borja" userId="a281b2a9-21f2-4056-9cf3-e6c0c26c31e1" providerId="ADAL" clId="{A94280CC-8B03-5F4A-8908-94B24805C6B7}" dt="2025-03-25T22:47:36.148" v="29"/>
            <ac:picMkLst>
              <pc:docMk/>
              <pc:sldMasterMk cId="0" sldId="2147483648"/>
              <pc:sldLayoutMk cId="0" sldId="2147483650"/>
              <ac:picMk id="2" creationId="{C9E01559-E7B8-DEB6-4A44-024E9DEEB95C}"/>
            </ac:picMkLst>
          </pc:picChg>
          <pc:cxnChg chg="add mod">
            <ac:chgData name="Alejandra González De Borja" userId="a281b2a9-21f2-4056-9cf3-e6c0c26c31e1" providerId="ADAL" clId="{A94280CC-8B03-5F4A-8908-94B24805C6B7}" dt="2025-03-25T22:47:36.148" v="29"/>
            <ac:cxnSpMkLst>
              <pc:docMk/>
              <pc:sldMasterMk cId="0" sldId="2147483648"/>
              <pc:sldLayoutMk cId="0" sldId="2147483650"/>
              <ac:cxnSpMk id="3" creationId="{CC540A8C-3625-E92B-BB5B-84A71B9924F5}"/>
            </ac:cxnSpMkLst>
          </pc:cxnChg>
        </pc:sldLayoutChg>
        <pc:sldLayoutChg chg="addSp modSp">
          <pc:chgData name="Alejandra González De Borja" userId="a281b2a9-21f2-4056-9cf3-e6c0c26c31e1" providerId="ADAL" clId="{A94280CC-8B03-5F4A-8908-94B24805C6B7}" dt="2025-03-25T22:48:12.797" v="34"/>
          <pc:sldLayoutMkLst>
            <pc:docMk/>
            <pc:sldMasterMk cId="0" sldId="2147483648"/>
            <pc:sldLayoutMk cId="0" sldId="2147483651"/>
          </pc:sldLayoutMkLst>
          <pc:picChg chg="add mod">
            <ac:chgData name="Alejandra González De Borja" userId="a281b2a9-21f2-4056-9cf3-e6c0c26c31e1" providerId="ADAL" clId="{A94280CC-8B03-5F4A-8908-94B24805C6B7}" dt="2025-03-25T22:48:12.797" v="34"/>
            <ac:picMkLst>
              <pc:docMk/>
              <pc:sldMasterMk cId="0" sldId="2147483648"/>
              <pc:sldLayoutMk cId="0" sldId="2147483651"/>
              <ac:picMk id="2" creationId="{37462833-1676-53F0-D7C5-1C67E0C62166}"/>
            </ac:picMkLst>
          </pc:picChg>
          <pc:cxnChg chg="add mod">
            <ac:chgData name="Alejandra González De Borja" userId="a281b2a9-21f2-4056-9cf3-e6c0c26c31e1" providerId="ADAL" clId="{A94280CC-8B03-5F4A-8908-94B24805C6B7}" dt="2025-03-25T22:48:12.797" v="34"/>
            <ac:cxnSpMkLst>
              <pc:docMk/>
              <pc:sldMasterMk cId="0" sldId="2147483648"/>
              <pc:sldLayoutMk cId="0" sldId="2147483651"/>
              <ac:cxnSpMk id="3" creationId="{261675F1-D7D0-0514-2C4D-0202A081A8F8}"/>
            </ac:cxnSpMkLst>
          </pc:cxnChg>
        </pc:sldLayoutChg>
        <pc:sldLayoutChg chg="addSp delSp modSp mod setBg">
          <pc:chgData name="Alejandra González De Borja" userId="a281b2a9-21f2-4056-9cf3-e6c0c26c31e1" providerId="ADAL" clId="{A94280CC-8B03-5F4A-8908-94B24805C6B7}" dt="2025-03-25T22:53:24.418" v="74" actId="21"/>
          <pc:sldLayoutMkLst>
            <pc:docMk/>
            <pc:sldMasterMk cId="0" sldId="2147483648"/>
            <pc:sldLayoutMk cId="0" sldId="2147483652"/>
          </pc:sldLayoutMkLst>
          <pc:spChg chg="add mod">
            <ac:chgData name="Alejandra González De Borja" userId="a281b2a9-21f2-4056-9cf3-e6c0c26c31e1" providerId="ADAL" clId="{A94280CC-8B03-5F4A-8908-94B24805C6B7}" dt="2025-03-25T22:49:22.978" v="37"/>
            <ac:spMkLst>
              <pc:docMk/>
              <pc:sldMasterMk cId="0" sldId="2147483648"/>
              <pc:sldLayoutMk cId="0" sldId="2147483652"/>
              <ac:spMk id="4" creationId="{81062243-DCFA-75D8-A0BB-BFC697AEDDE7}"/>
            </ac:spMkLst>
          </pc:spChg>
          <pc:picChg chg="add mod">
            <ac:chgData name="Alejandra González De Borja" userId="a281b2a9-21f2-4056-9cf3-e6c0c26c31e1" providerId="ADAL" clId="{A94280CC-8B03-5F4A-8908-94B24805C6B7}" dt="2025-03-25T22:49:22.978" v="37"/>
            <ac:picMkLst>
              <pc:docMk/>
              <pc:sldMasterMk cId="0" sldId="2147483648"/>
              <pc:sldLayoutMk cId="0" sldId="2147483652"/>
              <ac:picMk id="2" creationId="{3DA7705B-A726-3D7D-669D-EEF7E1553C47}"/>
            </ac:picMkLst>
          </pc:picChg>
          <pc:cxnChg chg="add mod">
            <ac:chgData name="Alejandra González De Borja" userId="a281b2a9-21f2-4056-9cf3-e6c0c26c31e1" providerId="ADAL" clId="{A94280CC-8B03-5F4A-8908-94B24805C6B7}" dt="2025-03-25T22:49:22.978" v="37"/>
            <ac:cxnSpMkLst>
              <pc:docMk/>
              <pc:sldMasterMk cId="0" sldId="2147483648"/>
              <pc:sldLayoutMk cId="0" sldId="2147483652"/>
              <ac:cxnSpMk id="3" creationId="{AE97967D-F43C-C89E-8E2F-E839ACABC3E3}"/>
            </ac:cxnSpMkLst>
          </pc:cxnChg>
        </pc:sldLayoutChg>
        <pc:sldLayoutChg chg="addSp delSp modSp mod setBg">
          <pc:chgData name="Alejandra González De Borja" userId="a281b2a9-21f2-4056-9cf3-e6c0c26c31e1" providerId="ADAL" clId="{A94280CC-8B03-5F4A-8908-94B24805C6B7}" dt="2025-03-25T22:53:36.099" v="76" actId="21"/>
          <pc:sldLayoutMkLst>
            <pc:docMk/>
            <pc:sldMasterMk cId="0" sldId="2147483648"/>
            <pc:sldLayoutMk cId="0" sldId="2147483653"/>
          </pc:sldLayoutMkLst>
          <pc:spChg chg="add mod">
            <ac:chgData name="Alejandra González De Borja" userId="a281b2a9-21f2-4056-9cf3-e6c0c26c31e1" providerId="ADAL" clId="{A94280CC-8B03-5F4A-8908-94B24805C6B7}" dt="2025-03-25T22:50:01.691" v="47" actId="1076"/>
            <ac:spMkLst>
              <pc:docMk/>
              <pc:sldMasterMk cId="0" sldId="2147483648"/>
              <pc:sldLayoutMk cId="0" sldId="2147483653"/>
              <ac:spMk id="4" creationId="{3030A183-3EBF-B76E-046E-E77BF4E3127D}"/>
            </ac:spMkLst>
          </pc:spChg>
          <pc:picChg chg="add mod">
            <ac:chgData name="Alejandra González De Borja" userId="a281b2a9-21f2-4056-9cf3-e6c0c26c31e1" providerId="ADAL" clId="{A94280CC-8B03-5F4A-8908-94B24805C6B7}" dt="2025-03-25T22:49:51.258" v="45" actId="1076"/>
            <ac:picMkLst>
              <pc:docMk/>
              <pc:sldMasterMk cId="0" sldId="2147483648"/>
              <pc:sldLayoutMk cId="0" sldId="2147483653"/>
              <ac:picMk id="2" creationId="{1658ED68-A327-1E46-7E8E-5ED1F144417B}"/>
            </ac:picMkLst>
          </pc:picChg>
          <pc:cxnChg chg="add mod">
            <ac:chgData name="Alejandra González De Borja" userId="a281b2a9-21f2-4056-9cf3-e6c0c26c31e1" providerId="ADAL" clId="{A94280CC-8B03-5F4A-8908-94B24805C6B7}" dt="2025-03-25T22:49:56.724" v="46" actId="14100"/>
            <ac:cxnSpMkLst>
              <pc:docMk/>
              <pc:sldMasterMk cId="0" sldId="2147483648"/>
              <pc:sldLayoutMk cId="0" sldId="2147483653"/>
              <ac:cxnSpMk id="3" creationId="{661AD7CE-B236-075C-5466-0C35FD9FBFBF}"/>
            </ac:cxnSpMkLst>
          </pc:cxnChg>
        </pc:sldLayoutChg>
        <pc:sldLayoutChg chg="addSp delSp modSp mod">
          <pc:chgData name="Alejandra González De Borja" userId="a281b2a9-21f2-4056-9cf3-e6c0c26c31e1" providerId="ADAL" clId="{A94280CC-8B03-5F4A-8908-94B24805C6B7}" dt="2025-03-25T22:53:45.537" v="78" actId="21"/>
          <pc:sldLayoutMkLst>
            <pc:docMk/>
            <pc:sldMasterMk cId="0" sldId="2147483648"/>
            <pc:sldLayoutMk cId="0" sldId="2147483654"/>
          </pc:sldLayoutMkLst>
          <pc:spChg chg="add mod">
            <ac:chgData name="Alejandra González De Borja" userId="a281b2a9-21f2-4056-9cf3-e6c0c26c31e1" providerId="ADAL" clId="{A94280CC-8B03-5F4A-8908-94B24805C6B7}" dt="2025-03-25T22:50:41.927" v="53"/>
            <ac:spMkLst>
              <pc:docMk/>
              <pc:sldMasterMk cId="0" sldId="2147483648"/>
              <pc:sldLayoutMk cId="0" sldId="2147483654"/>
              <ac:spMk id="2" creationId="{62558E1F-AB73-63F3-04B6-DD5FF031A1BF}"/>
            </ac:spMkLst>
          </pc:spChg>
          <pc:picChg chg="add mod">
            <ac:chgData name="Alejandra González De Borja" userId="a281b2a9-21f2-4056-9cf3-e6c0c26c31e1" providerId="ADAL" clId="{A94280CC-8B03-5F4A-8908-94B24805C6B7}" dt="2025-03-25T22:50:41.927" v="53"/>
            <ac:picMkLst>
              <pc:docMk/>
              <pc:sldMasterMk cId="0" sldId="2147483648"/>
              <pc:sldLayoutMk cId="0" sldId="2147483654"/>
              <ac:picMk id="4" creationId="{0B79A501-1711-B701-AF10-AA4AD6B50CAD}"/>
            </ac:picMkLst>
          </pc:picChg>
          <pc:cxnChg chg="add mod">
            <ac:chgData name="Alejandra González De Borja" userId="a281b2a9-21f2-4056-9cf3-e6c0c26c31e1" providerId="ADAL" clId="{A94280CC-8B03-5F4A-8908-94B24805C6B7}" dt="2025-03-25T22:50:41.927" v="53"/>
            <ac:cxnSpMkLst>
              <pc:docMk/>
              <pc:sldMasterMk cId="0" sldId="2147483648"/>
              <pc:sldLayoutMk cId="0" sldId="2147483654"/>
              <ac:cxnSpMk id="5" creationId="{4958CB19-ACA9-D42E-F1B9-6A4ED9F85582}"/>
            </ac:cxnSpMkLst>
          </pc:cxnChg>
        </pc:sldLayoutChg>
        <pc:sldLayoutChg chg="addSp delSp modSp mod">
          <pc:chgData name="Alejandra González De Borja" userId="a281b2a9-21f2-4056-9cf3-e6c0c26c31e1" providerId="ADAL" clId="{A94280CC-8B03-5F4A-8908-94B24805C6B7}" dt="2025-03-25T22:53:59.337" v="81" actId="21"/>
          <pc:sldLayoutMkLst>
            <pc:docMk/>
            <pc:sldMasterMk cId="0" sldId="2147483648"/>
            <pc:sldLayoutMk cId="0" sldId="2147483655"/>
          </pc:sldLayoutMkLst>
          <pc:spChg chg="add mod">
            <ac:chgData name="Alejandra González De Borja" userId="a281b2a9-21f2-4056-9cf3-e6c0c26c31e1" providerId="ADAL" clId="{A94280CC-8B03-5F4A-8908-94B24805C6B7}" dt="2025-03-25T22:53:56.923" v="80" actId="1038"/>
            <ac:spMkLst>
              <pc:docMk/>
              <pc:sldMasterMk cId="0" sldId="2147483648"/>
              <pc:sldLayoutMk cId="0" sldId="2147483655"/>
              <ac:spMk id="2" creationId="{53B514BF-AE3B-55F0-50F2-7D605ED507AE}"/>
            </ac:spMkLst>
          </pc:spChg>
          <pc:picChg chg="add mod">
            <ac:chgData name="Alejandra González De Borja" userId="a281b2a9-21f2-4056-9cf3-e6c0c26c31e1" providerId="ADAL" clId="{A94280CC-8B03-5F4A-8908-94B24805C6B7}" dt="2025-03-25T22:51:55.559" v="68" actId="1038"/>
            <ac:picMkLst>
              <pc:docMk/>
              <pc:sldMasterMk cId="0" sldId="2147483648"/>
              <pc:sldLayoutMk cId="0" sldId="2147483655"/>
              <ac:picMk id="4" creationId="{3DE072F0-8647-91D1-8188-55BCC8740BA3}"/>
            </ac:picMkLst>
          </pc:picChg>
          <pc:cxnChg chg="add mod">
            <ac:chgData name="Alejandra González De Borja" userId="a281b2a9-21f2-4056-9cf3-e6c0c26c31e1" providerId="ADAL" clId="{A94280CC-8B03-5F4A-8908-94B24805C6B7}" dt="2025-03-25T22:51:58.858" v="69" actId="14100"/>
            <ac:cxnSpMkLst>
              <pc:docMk/>
              <pc:sldMasterMk cId="0" sldId="2147483648"/>
              <pc:sldLayoutMk cId="0" sldId="2147483655"/>
              <ac:cxnSpMk id="5" creationId="{A5FA27AB-DEF8-4218-FE68-9865AAE6319F}"/>
            </ac:cxnSpMkLst>
          </pc:cxnChg>
        </pc:sldLayoutChg>
      </pc:sldMasterChg>
    </pc:docChg>
  </pc:docChgLst>
  <pc:docChgLst>
    <pc:chgData name="Alejandra González De Borja" userId="a281b2a9-21f2-4056-9cf3-e6c0c26c31e1" providerId="ADAL" clId="{694CABCA-A77E-524B-89E4-9BDF161E7048}"/>
    <pc:docChg chg="modSld">
      <pc:chgData name="Alejandra González De Borja" userId="a281b2a9-21f2-4056-9cf3-e6c0c26c31e1" providerId="ADAL" clId="{694CABCA-A77E-524B-89E4-9BDF161E7048}" dt="2025-04-21T15:36:19.192" v="6" actId="20577"/>
      <pc:docMkLst>
        <pc:docMk/>
      </pc:docMkLst>
      <pc:sldChg chg="modSp mod">
        <pc:chgData name="Alejandra González De Borja" userId="a281b2a9-21f2-4056-9cf3-e6c0c26c31e1" providerId="ADAL" clId="{694CABCA-A77E-524B-89E4-9BDF161E7048}" dt="2025-04-21T15:36:19.192" v="6" actId="20577"/>
        <pc:sldMkLst>
          <pc:docMk/>
          <pc:sldMk cId="2389597209" sldId="284"/>
        </pc:sldMkLst>
        <pc:spChg chg="mod">
          <ac:chgData name="Alejandra González De Borja" userId="a281b2a9-21f2-4056-9cf3-e6c0c26c31e1" providerId="ADAL" clId="{694CABCA-A77E-524B-89E4-9BDF161E7048}" dt="2025-04-21T15:36:19.192" v="6" actId="20577"/>
          <ac:spMkLst>
            <pc:docMk/>
            <pc:sldMk cId="2389597209" sldId="284"/>
            <ac:spMk id="9" creationId="{9FD9001D-131A-93DC-2A86-2DC8B4E9614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77359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C9E01559-E7B8-DEB6-4A44-024E9DEEB95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43393" y="7060044"/>
            <a:ext cx="965845" cy="965845"/>
          </a:xfrm>
          <a:prstGeom prst="rect">
            <a:avLst/>
          </a:prstGeom>
        </p:spPr>
      </p:pic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CC540A8C-3625-E92B-BB5B-84A71B9924F5}"/>
              </a:ext>
            </a:extLst>
          </p:cNvPr>
          <p:cNvCxnSpPr>
            <a:cxnSpLocks/>
          </p:cNvCxnSpPr>
          <p:nvPr userDrawn="1"/>
        </p:nvCxnSpPr>
        <p:spPr>
          <a:xfrm>
            <a:off x="1291702" y="7986995"/>
            <a:ext cx="1333869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37462833-1676-53F0-D7C5-1C67E0C6216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537399" y="7138511"/>
            <a:ext cx="910285" cy="910285"/>
          </a:xfrm>
          <a:prstGeom prst="rect">
            <a:avLst/>
          </a:prstGeom>
        </p:spPr>
      </p:pic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261675F1-D7D0-0514-2C4D-0202A081A8F8}"/>
              </a:ext>
            </a:extLst>
          </p:cNvPr>
          <p:cNvCxnSpPr>
            <a:cxnSpLocks/>
          </p:cNvCxnSpPr>
          <p:nvPr userDrawn="1"/>
        </p:nvCxnSpPr>
        <p:spPr>
          <a:xfrm>
            <a:off x="1234381" y="7986995"/>
            <a:ext cx="1210656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3DA7705B-A726-3D7D-669D-EEF7E1553C4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495018" y="7028002"/>
            <a:ext cx="1090049" cy="1226305"/>
          </a:xfrm>
          <a:prstGeom prst="rect">
            <a:avLst/>
          </a:prstGeom>
        </p:spPr>
      </p:pic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AE97967D-F43C-C89E-8E2F-E839ACABC3E3}"/>
              </a:ext>
            </a:extLst>
          </p:cNvPr>
          <p:cNvCxnSpPr>
            <a:cxnSpLocks/>
          </p:cNvCxnSpPr>
          <p:nvPr userDrawn="1"/>
        </p:nvCxnSpPr>
        <p:spPr>
          <a:xfrm>
            <a:off x="1260000" y="7986995"/>
            <a:ext cx="12235018" cy="0"/>
          </a:xfrm>
          <a:prstGeom prst="line">
            <a:avLst/>
          </a:prstGeom>
          <a:ln w="22225">
            <a:gradFill>
              <a:gsLst>
                <a:gs pos="0">
                  <a:srgbClr val="01A5FF"/>
                </a:gs>
                <a:gs pos="65000">
                  <a:srgbClr val="040D40"/>
                </a:gs>
              </a:gsLst>
              <a:lin ang="300000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Google Shape;576;g12008a435c3_1_6">
            <a:extLst>
              <a:ext uri="{FF2B5EF4-FFF2-40B4-BE49-F238E27FC236}">
                <a16:creationId xmlns:a16="http://schemas.microsoft.com/office/drawing/2014/main" id="{81062243-DCFA-75D8-A0BB-BFC697AEDDE7}"/>
              </a:ext>
            </a:extLst>
          </p:cNvPr>
          <p:cNvSpPr/>
          <p:nvPr userDrawn="1"/>
        </p:nvSpPr>
        <p:spPr>
          <a:xfrm>
            <a:off x="-3599" y="-2"/>
            <a:ext cx="1260000" cy="8229600"/>
          </a:xfrm>
          <a:prstGeom prst="rect">
            <a:avLst/>
          </a:prstGeom>
          <a:gradFill>
            <a:gsLst>
              <a:gs pos="100000">
                <a:srgbClr val="040D40"/>
              </a:gs>
              <a:gs pos="0">
                <a:srgbClr val="01A5FF"/>
              </a:gs>
            </a:gsLst>
            <a:lin ang="5400000" scaled="1"/>
          </a:gradFill>
          <a:ln>
            <a:noFill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1097280">
              <a:buClr>
                <a:srgbClr val="000000"/>
              </a:buClr>
              <a:buSzPts val="1800"/>
              <a:defRPr/>
            </a:pPr>
            <a:endParaRPr sz="2160" kern="0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1658ED68-A327-1E46-7E8E-5ED1F144417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5278" y="7028002"/>
            <a:ext cx="1090049" cy="1226305"/>
          </a:xfrm>
          <a:prstGeom prst="rect">
            <a:avLst/>
          </a:prstGeom>
        </p:spPr>
      </p:pic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661AD7CE-B236-075C-5466-0C35FD9FBFBF}"/>
              </a:ext>
            </a:extLst>
          </p:cNvPr>
          <p:cNvCxnSpPr>
            <a:cxnSpLocks/>
          </p:cNvCxnSpPr>
          <p:nvPr userDrawn="1"/>
        </p:nvCxnSpPr>
        <p:spPr>
          <a:xfrm>
            <a:off x="1225327" y="7986995"/>
            <a:ext cx="13405073" cy="0"/>
          </a:xfrm>
          <a:prstGeom prst="line">
            <a:avLst/>
          </a:prstGeom>
          <a:ln w="22225">
            <a:gradFill>
              <a:gsLst>
                <a:gs pos="0">
                  <a:srgbClr val="01A5FF"/>
                </a:gs>
                <a:gs pos="65000">
                  <a:srgbClr val="040D40"/>
                </a:gs>
              </a:gsLst>
              <a:lin ang="300000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Google Shape;576;g12008a435c3_1_6">
            <a:extLst>
              <a:ext uri="{FF2B5EF4-FFF2-40B4-BE49-F238E27FC236}">
                <a16:creationId xmlns:a16="http://schemas.microsoft.com/office/drawing/2014/main" id="{3030A183-3EBF-B76E-046E-E77BF4E3127D}"/>
              </a:ext>
            </a:extLst>
          </p:cNvPr>
          <p:cNvSpPr/>
          <p:nvPr userDrawn="1"/>
        </p:nvSpPr>
        <p:spPr>
          <a:xfrm>
            <a:off x="13370400" y="-2"/>
            <a:ext cx="1260000" cy="8229600"/>
          </a:xfrm>
          <a:prstGeom prst="rect">
            <a:avLst/>
          </a:prstGeom>
          <a:gradFill>
            <a:gsLst>
              <a:gs pos="100000">
                <a:srgbClr val="040D40"/>
              </a:gs>
              <a:gs pos="0">
                <a:srgbClr val="01A5FF"/>
              </a:gs>
            </a:gsLst>
            <a:lin ang="5400000" scaled="1"/>
          </a:gradFill>
          <a:ln>
            <a:noFill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1097280">
              <a:buClr>
                <a:srgbClr val="000000"/>
              </a:buClr>
              <a:buSzPts val="1800"/>
              <a:defRPr/>
            </a:pPr>
            <a:endParaRPr sz="2160" kern="0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03;g1361b940cd9_4_198">
            <a:extLst>
              <a:ext uri="{FF2B5EF4-FFF2-40B4-BE49-F238E27FC236}">
                <a16:creationId xmlns:a16="http://schemas.microsoft.com/office/drawing/2014/main" id="{62558E1F-AB73-63F3-04B6-DD5FF031A1BF}"/>
              </a:ext>
            </a:extLst>
          </p:cNvPr>
          <p:cNvSpPr/>
          <p:nvPr userDrawn="1"/>
        </p:nvSpPr>
        <p:spPr>
          <a:xfrm>
            <a:off x="-25619" y="-11875"/>
            <a:ext cx="1260000" cy="8254800"/>
          </a:xfrm>
          <a:prstGeom prst="rect">
            <a:avLst/>
          </a:prstGeom>
          <a:solidFill>
            <a:srgbClr val="040D40"/>
          </a:solidFill>
          <a:ln>
            <a:noFill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1097280">
              <a:buClr>
                <a:srgbClr val="000000"/>
              </a:buClr>
              <a:buSzPts val="1800"/>
              <a:defRPr/>
            </a:pPr>
            <a:endParaRPr sz="2160" kern="0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B79A501-1711-B701-AF10-AA4AD6B50CA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537399" y="7138511"/>
            <a:ext cx="910285" cy="910285"/>
          </a:xfrm>
          <a:prstGeom prst="rect">
            <a:avLst/>
          </a:prstGeom>
        </p:spPr>
      </p:pic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4958CB19-ACA9-D42E-F1B9-6A4ED9F85582}"/>
              </a:ext>
            </a:extLst>
          </p:cNvPr>
          <p:cNvCxnSpPr>
            <a:cxnSpLocks/>
          </p:cNvCxnSpPr>
          <p:nvPr userDrawn="1"/>
        </p:nvCxnSpPr>
        <p:spPr>
          <a:xfrm>
            <a:off x="1234381" y="7986995"/>
            <a:ext cx="1210656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03;g1361b940cd9_4_198">
            <a:extLst>
              <a:ext uri="{FF2B5EF4-FFF2-40B4-BE49-F238E27FC236}">
                <a16:creationId xmlns:a16="http://schemas.microsoft.com/office/drawing/2014/main" id="{53B514BF-AE3B-55F0-50F2-7D605ED507AE}"/>
              </a:ext>
            </a:extLst>
          </p:cNvPr>
          <p:cNvSpPr/>
          <p:nvPr userDrawn="1"/>
        </p:nvSpPr>
        <p:spPr>
          <a:xfrm>
            <a:off x="13381622" y="-11875"/>
            <a:ext cx="1260000" cy="8254800"/>
          </a:xfrm>
          <a:prstGeom prst="rect">
            <a:avLst/>
          </a:prstGeom>
          <a:solidFill>
            <a:srgbClr val="040D40"/>
          </a:solidFill>
          <a:ln>
            <a:noFill/>
          </a:ln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 defTabSz="1097280">
              <a:buClr>
                <a:srgbClr val="000000"/>
              </a:buClr>
              <a:buSzPts val="1800"/>
              <a:defRPr/>
            </a:pPr>
            <a:endParaRPr sz="2160" kern="0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DE072F0-8647-91D1-8188-55BCC8740BA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4051" y="7138511"/>
            <a:ext cx="910285" cy="910285"/>
          </a:xfrm>
          <a:prstGeom prst="rect">
            <a:avLst/>
          </a:prstGeom>
        </p:spPr>
      </p:pic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A5FA27AB-DEF8-4218-FE68-9865AAE6319F}"/>
              </a:ext>
            </a:extLst>
          </p:cNvPr>
          <p:cNvCxnSpPr>
            <a:cxnSpLocks/>
          </p:cNvCxnSpPr>
          <p:nvPr userDrawn="1"/>
        </p:nvCxnSpPr>
        <p:spPr>
          <a:xfrm>
            <a:off x="1365662" y="7986995"/>
            <a:ext cx="1197528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917021BD-5741-777A-BE71-B935F2141E0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958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2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34EC4C0D-9753-7ABF-C051-198401C965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2900" y="810201"/>
            <a:ext cx="3304600" cy="3304600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9FD9001D-131A-93DC-2A86-2DC8B4E96140}"/>
              </a:ext>
            </a:extLst>
          </p:cNvPr>
          <p:cNvSpPr txBox="1"/>
          <p:nvPr/>
        </p:nvSpPr>
        <p:spPr>
          <a:xfrm>
            <a:off x="2224330" y="5500182"/>
            <a:ext cx="10181737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80" b="1" dirty="0">
                <a:solidFill>
                  <a:schemeClr val="bg1"/>
                </a:solidFill>
                <a:latin typeface="Aptos" panose="020B0004020202020204" pitchFamily="34" charset="0"/>
              </a:rPr>
              <a:t>TÍTULO</a:t>
            </a: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EC4FEC8D-2A12-4FA4-4778-91C3CAEFA9D3}"/>
              </a:ext>
            </a:extLst>
          </p:cNvPr>
          <p:cNvCxnSpPr>
            <a:cxnSpLocks/>
          </p:cNvCxnSpPr>
          <p:nvPr/>
        </p:nvCxnSpPr>
        <p:spPr>
          <a:xfrm>
            <a:off x="3225917" y="4695337"/>
            <a:ext cx="817856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9597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59668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31420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84;g12008a435c3_1_6">
            <a:extLst>
              <a:ext uri="{FF2B5EF4-FFF2-40B4-BE49-F238E27FC236}">
                <a16:creationId xmlns:a16="http://schemas.microsoft.com/office/drawing/2014/main" id="{F99630E8-AF28-6890-4619-712AF767A16E}"/>
              </a:ext>
            </a:extLst>
          </p:cNvPr>
          <p:cNvSpPr txBox="1"/>
          <p:nvPr/>
        </p:nvSpPr>
        <p:spPr>
          <a:xfrm rot="-5400000">
            <a:off x="-3561989" y="3751650"/>
            <a:ext cx="8229600" cy="72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0" tIns="54840" rIns="109710" bIns="54840" anchor="t" anchorCtr="0">
            <a:spAutoFit/>
          </a:bodyPr>
          <a:lstStyle/>
          <a:p>
            <a:pPr marL="167640" algn="ctr" defTabSz="1097280">
              <a:buClr>
                <a:srgbClr val="000000"/>
              </a:buClr>
              <a:defRPr/>
            </a:pPr>
            <a:r>
              <a:rPr lang="es-ES" sz="4000" b="1" kern="0" dirty="0">
                <a:solidFill>
                  <a:srgbClr val="FFFFFF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E</a:t>
            </a:r>
            <a:r>
              <a:rPr lang="es-MX" sz="4000" b="1" kern="0" dirty="0">
                <a:solidFill>
                  <a:srgbClr val="FFFFFF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nfoque transversal</a:t>
            </a:r>
            <a:endParaRPr sz="4000" kern="0" dirty="0">
              <a:solidFill>
                <a:srgbClr val="FFFFFF"/>
              </a:solidFill>
              <a:latin typeface="Aptos" panose="020B0004020202020204" pitchFamily="34" charset="0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646830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84;g12008a435c3_1_6">
            <a:extLst>
              <a:ext uri="{FF2B5EF4-FFF2-40B4-BE49-F238E27FC236}">
                <a16:creationId xmlns:a16="http://schemas.microsoft.com/office/drawing/2014/main" id="{F04EA92C-4E59-16F6-6449-7622B142FC8D}"/>
              </a:ext>
            </a:extLst>
          </p:cNvPr>
          <p:cNvSpPr txBox="1"/>
          <p:nvPr/>
        </p:nvSpPr>
        <p:spPr>
          <a:xfrm rot="-5400000">
            <a:off x="9812010" y="3751650"/>
            <a:ext cx="8229600" cy="72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0" tIns="54840" rIns="109710" bIns="54840" anchor="t" anchorCtr="0">
            <a:spAutoFit/>
          </a:bodyPr>
          <a:lstStyle/>
          <a:p>
            <a:pPr marL="167640" algn="ctr" defTabSz="1097280">
              <a:buClr>
                <a:srgbClr val="000000"/>
              </a:buClr>
              <a:defRPr/>
            </a:pPr>
            <a:r>
              <a:rPr lang="es-ES" sz="4000" b="1" kern="0" dirty="0">
                <a:solidFill>
                  <a:srgbClr val="FFFFFF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E</a:t>
            </a:r>
            <a:r>
              <a:rPr lang="es-MX" sz="4000" b="1" kern="0" dirty="0">
                <a:solidFill>
                  <a:srgbClr val="FFFFFF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nfoque transversal</a:t>
            </a:r>
            <a:endParaRPr sz="4000" kern="0" dirty="0">
              <a:solidFill>
                <a:srgbClr val="FFFFFF"/>
              </a:solidFill>
              <a:latin typeface="Aptos" panose="020B0004020202020204" pitchFamily="34" charset="0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222298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45;g1361b940cd9_4_198">
            <a:extLst>
              <a:ext uri="{FF2B5EF4-FFF2-40B4-BE49-F238E27FC236}">
                <a16:creationId xmlns:a16="http://schemas.microsoft.com/office/drawing/2014/main" id="{92BC769D-45A0-4F03-0DA1-417808201FAA}"/>
              </a:ext>
            </a:extLst>
          </p:cNvPr>
          <p:cNvSpPr txBox="1"/>
          <p:nvPr/>
        </p:nvSpPr>
        <p:spPr>
          <a:xfrm rot="-5400000">
            <a:off x="-3561989" y="3763961"/>
            <a:ext cx="8229600" cy="701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0" tIns="54840" rIns="109710" bIns="54840" anchor="t" anchorCtr="0">
            <a:spAutoFit/>
          </a:bodyPr>
          <a:lstStyle/>
          <a:p>
            <a:pPr marL="167640" algn="ctr" defTabSz="1097280">
              <a:buClr>
                <a:srgbClr val="000000"/>
              </a:buClr>
              <a:buSzPts val="3200"/>
              <a:defRPr/>
            </a:pPr>
            <a:r>
              <a:rPr lang="es-MX" sz="3840" b="1" kern="0" dirty="0">
                <a:solidFill>
                  <a:srgbClr val="FFFFFF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Digitalización de procesos</a:t>
            </a:r>
            <a:endParaRPr sz="3840" kern="0" dirty="0">
              <a:solidFill>
                <a:srgbClr val="FFFFFF"/>
              </a:solidFill>
              <a:latin typeface="Aptos" panose="020B0004020202020204" pitchFamily="34" charset="0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071175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45;g1361b940cd9_4_198">
            <a:extLst>
              <a:ext uri="{FF2B5EF4-FFF2-40B4-BE49-F238E27FC236}">
                <a16:creationId xmlns:a16="http://schemas.microsoft.com/office/drawing/2014/main" id="{FD3129D8-0F85-FCC7-6FD4-2FCF13A9B1E5}"/>
              </a:ext>
            </a:extLst>
          </p:cNvPr>
          <p:cNvSpPr txBox="1"/>
          <p:nvPr/>
        </p:nvSpPr>
        <p:spPr>
          <a:xfrm rot="-5400000">
            <a:off x="9833377" y="3763961"/>
            <a:ext cx="8229600" cy="701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0" tIns="54840" rIns="109710" bIns="54840" anchor="t" anchorCtr="0">
            <a:spAutoFit/>
          </a:bodyPr>
          <a:lstStyle/>
          <a:p>
            <a:pPr marL="167640" algn="ctr" defTabSz="1097280">
              <a:buClr>
                <a:srgbClr val="000000"/>
              </a:buClr>
              <a:buSzPts val="3200"/>
              <a:defRPr/>
            </a:pPr>
            <a:r>
              <a:rPr lang="es-MX" sz="3840" b="1" kern="0" dirty="0">
                <a:solidFill>
                  <a:srgbClr val="FFFFFF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Digitalización de procesos</a:t>
            </a:r>
            <a:endParaRPr sz="3840" kern="0" dirty="0">
              <a:solidFill>
                <a:srgbClr val="FFFFFF"/>
              </a:solidFill>
              <a:latin typeface="Aptos" panose="020B0004020202020204" pitchFamily="34" charset="0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902836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823</TotalTime>
  <Words>13</Words>
  <Application>Microsoft Macintosh PowerPoint</Application>
  <PresentationFormat>Personalizado</PresentationFormat>
  <Paragraphs>5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Aptos</vt:lpstr>
      <vt:lpstr>Arial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Alejandra González De Borja</cp:lastModifiedBy>
  <cp:revision>2</cp:revision>
  <dcterms:created xsi:type="dcterms:W3CDTF">2025-03-14T16:51:19Z</dcterms:created>
  <dcterms:modified xsi:type="dcterms:W3CDTF">2025-04-21T15:36:21Z</dcterms:modified>
</cp:coreProperties>
</file>
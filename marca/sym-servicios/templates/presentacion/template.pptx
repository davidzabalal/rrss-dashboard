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4"/>
  </p:sldMasterIdLst>
  <p:notesMasterIdLst>
    <p:notesMasterId r:id="rId12"/>
  </p:notesMasterIdLst>
  <p:handoutMasterIdLst>
    <p:handoutMasterId r:id="rId13"/>
  </p:handoutMasterIdLst>
  <p:sldIdLst>
    <p:sldId id="446" r:id="rId5"/>
    <p:sldId id="447" r:id="rId6"/>
    <p:sldId id="448" r:id="rId7"/>
    <p:sldId id="312" r:id="rId8"/>
    <p:sldId id="444" r:id="rId9"/>
    <p:sldId id="436" r:id="rId10"/>
    <p:sldId id="44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667"/>
    <a:srgbClr val="122146"/>
    <a:srgbClr val="1E95D3"/>
    <a:srgbClr val="16264D"/>
    <a:srgbClr val="381850"/>
    <a:srgbClr val="0187AC"/>
    <a:srgbClr val="52C3CB"/>
    <a:srgbClr val="1AA4BE"/>
    <a:srgbClr val="176490"/>
    <a:srgbClr val="C39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7276CE-CAE4-964E-923B-5DAB6CD1FAF7}" v="14" dt="2024-08-13T19:35:51.6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2" autoAdjust="0"/>
    <p:restoredTop sz="96301" autoAdjust="0"/>
  </p:normalViewPr>
  <p:slideViewPr>
    <p:cSldViewPr snapToGrid="0">
      <p:cViewPr varScale="1">
        <p:scale>
          <a:sx n="122" d="100"/>
          <a:sy n="122" d="100"/>
        </p:scale>
        <p:origin x="120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359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a González De Borja" userId="a281b2a9-21f2-4056-9cf3-e6c0c26c31e1" providerId="ADAL" clId="{D8F33F88-B1BD-E746-82F1-A0B7B914BFCB}"/>
    <pc:docChg chg="undo custSel addSld delSld modSld modMainMaster">
      <pc:chgData name="Alejandra González De Borja" userId="a281b2a9-21f2-4056-9cf3-e6c0c26c31e1" providerId="ADAL" clId="{D8F33F88-B1BD-E746-82F1-A0B7B914BFCB}" dt="2024-06-19T19:36:27.370" v="235" actId="12788"/>
      <pc:docMkLst>
        <pc:docMk/>
      </pc:docMkLst>
      <pc:sldChg chg="addSp delSp modSp mod setBg">
        <pc:chgData name="Alejandra González De Borja" userId="a281b2a9-21f2-4056-9cf3-e6c0c26c31e1" providerId="ADAL" clId="{D8F33F88-B1BD-E746-82F1-A0B7B914BFCB}" dt="2024-06-19T19:36:27.370" v="235" actId="12788"/>
        <pc:sldMkLst>
          <pc:docMk/>
          <pc:sldMk cId="1042066822" sldId="312"/>
        </pc:sldMkLst>
        <pc:spChg chg="add mod">
          <ac:chgData name="Alejandra González De Borja" userId="a281b2a9-21f2-4056-9cf3-e6c0c26c31e1" providerId="ADAL" clId="{D8F33F88-B1BD-E746-82F1-A0B7B914BFCB}" dt="2024-06-19T19:33:11.367" v="199" actId="20577"/>
          <ac:spMkLst>
            <pc:docMk/>
            <pc:sldMk cId="1042066822" sldId="312"/>
            <ac:spMk id="4" creationId="{513A2578-DF16-9F34-F1ED-81F097D76E66}"/>
          </ac:spMkLst>
        </pc:spChg>
        <pc:picChg chg="add mod modCrop">
          <ac:chgData name="Alejandra González De Borja" userId="a281b2a9-21f2-4056-9cf3-e6c0c26c31e1" providerId="ADAL" clId="{D8F33F88-B1BD-E746-82F1-A0B7B914BFCB}" dt="2024-06-19T19:36:27.370" v="235" actId="12788"/>
          <ac:picMkLst>
            <pc:docMk/>
            <pc:sldMk cId="1042066822" sldId="312"/>
            <ac:picMk id="3" creationId="{0D45F4F3-4F1C-2BD9-E3A3-C7190190C260}"/>
          </ac:picMkLst>
        </pc:picChg>
        <pc:picChg chg="add del mod">
          <ac:chgData name="Alejandra González De Borja" userId="a281b2a9-21f2-4056-9cf3-e6c0c26c31e1" providerId="ADAL" clId="{D8F33F88-B1BD-E746-82F1-A0B7B914BFCB}" dt="2024-06-19T19:02:48.728" v="42" actId="478"/>
          <ac:picMkLst>
            <pc:docMk/>
            <pc:sldMk cId="1042066822" sldId="312"/>
            <ac:picMk id="3" creationId="{F3718ED1-BC0E-62BA-4C8C-A9F0D256FCA6}"/>
          </ac:picMkLst>
        </pc:picChg>
        <pc:picChg chg="del mod modCrop">
          <ac:chgData name="Alejandra González De Borja" userId="a281b2a9-21f2-4056-9cf3-e6c0c26c31e1" providerId="ADAL" clId="{D8F33F88-B1BD-E746-82F1-A0B7B914BFCB}" dt="2024-06-19T19:36:23.072" v="234" actId="478"/>
          <ac:picMkLst>
            <pc:docMk/>
            <pc:sldMk cId="1042066822" sldId="312"/>
            <ac:picMk id="5" creationId="{82AA4B27-27DF-406E-0D47-B9A55FBB2DCD}"/>
          </ac:picMkLst>
        </pc:picChg>
        <pc:picChg chg="del">
          <ac:chgData name="Alejandra González De Borja" userId="a281b2a9-21f2-4056-9cf3-e6c0c26c31e1" providerId="ADAL" clId="{D8F33F88-B1BD-E746-82F1-A0B7B914BFCB}" dt="2024-06-19T18:51:28.637" v="2" actId="478"/>
          <ac:picMkLst>
            <pc:docMk/>
            <pc:sldMk cId="1042066822" sldId="312"/>
            <ac:picMk id="8" creationId="{B532C7B8-6BF2-B4E7-D7E8-CFCA51CBD644}"/>
          </ac:picMkLst>
        </pc:picChg>
      </pc:sldChg>
      <pc:sldChg chg="modSp mod setBg">
        <pc:chgData name="Alejandra González De Borja" userId="a281b2a9-21f2-4056-9cf3-e6c0c26c31e1" providerId="ADAL" clId="{D8F33F88-B1BD-E746-82F1-A0B7B914BFCB}" dt="2024-06-19T19:34:26.954" v="219" actId="1076"/>
        <pc:sldMkLst>
          <pc:docMk/>
          <pc:sldMk cId="2598256157" sldId="436"/>
        </pc:sldMkLst>
        <pc:spChg chg="mod">
          <ac:chgData name="Alejandra González De Borja" userId="a281b2a9-21f2-4056-9cf3-e6c0c26c31e1" providerId="ADAL" clId="{D8F33F88-B1BD-E746-82F1-A0B7B914BFCB}" dt="2024-06-19T19:34:26.954" v="219" actId="1076"/>
          <ac:spMkLst>
            <pc:docMk/>
            <pc:sldMk cId="2598256157" sldId="436"/>
            <ac:spMk id="2" creationId="{C4D75009-DD04-135A-27C6-C38073B30F14}"/>
          </ac:spMkLst>
        </pc:spChg>
        <pc:spChg chg="mod">
          <ac:chgData name="Alejandra González De Borja" userId="a281b2a9-21f2-4056-9cf3-e6c0c26c31e1" providerId="ADAL" clId="{D8F33F88-B1BD-E746-82F1-A0B7B914BFCB}" dt="2024-06-19T19:22:40.875" v="58" actId="1076"/>
          <ac:spMkLst>
            <pc:docMk/>
            <pc:sldMk cId="2598256157" sldId="436"/>
            <ac:spMk id="18" creationId="{3268C42D-855F-E458-EBCA-000D9B098734}"/>
          </ac:spMkLst>
        </pc:spChg>
        <pc:spChg chg="mod">
          <ac:chgData name="Alejandra González De Borja" userId="a281b2a9-21f2-4056-9cf3-e6c0c26c31e1" providerId="ADAL" clId="{D8F33F88-B1BD-E746-82F1-A0B7B914BFCB}" dt="2024-06-19T19:33:53.239" v="215" actId="1036"/>
          <ac:spMkLst>
            <pc:docMk/>
            <pc:sldMk cId="2598256157" sldId="436"/>
            <ac:spMk id="41" creationId="{FDA49F35-146B-3B70-0DEF-8E90699A30D5}"/>
          </ac:spMkLst>
        </pc:spChg>
        <pc:picChg chg="mod">
          <ac:chgData name="Alejandra González De Borja" userId="a281b2a9-21f2-4056-9cf3-e6c0c26c31e1" providerId="ADAL" clId="{D8F33F88-B1BD-E746-82F1-A0B7B914BFCB}" dt="2024-06-19T19:22:40.875" v="58" actId="1076"/>
          <ac:picMkLst>
            <pc:docMk/>
            <pc:sldMk cId="2598256157" sldId="436"/>
            <ac:picMk id="9" creationId="{936A4E6D-0384-4359-223C-BDB70E4DAAF1}"/>
          </ac:picMkLst>
        </pc:picChg>
      </pc:sldChg>
      <pc:sldChg chg="delSp modSp mod setBg">
        <pc:chgData name="Alejandra González De Borja" userId="a281b2a9-21f2-4056-9cf3-e6c0c26c31e1" providerId="ADAL" clId="{D8F33F88-B1BD-E746-82F1-A0B7B914BFCB}" dt="2024-06-19T19:30:41.855" v="145" actId="478"/>
        <pc:sldMkLst>
          <pc:docMk/>
          <pc:sldMk cId="1552169404" sldId="444"/>
        </pc:sldMkLst>
        <pc:spChg chg="mod">
          <ac:chgData name="Alejandra González De Borja" userId="a281b2a9-21f2-4056-9cf3-e6c0c26c31e1" providerId="ADAL" clId="{D8F33F88-B1BD-E746-82F1-A0B7B914BFCB}" dt="2024-06-19T18:54:51.930" v="36" actId="20577"/>
          <ac:spMkLst>
            <pc:docMk/>
            <pc:sldMk cId="1552169404" sldId="444"/>
            <ac:spMk id="21" creationId="{E8DFF01E-F589-BDD5-22D2-6ADC5165585F}"/>
          </ac:spMkLst>
        </pc:spChg>
        <pc:picChg chg="del">
          <ac:chgData name="Alejandra González De Borja" userId="a281b2a9-21f2-4056-9cf3-e6c0c26c31e1" providerId="ADAL" clId="{D8F33F88-B1BD-E746-82F1-A0B7B914BFCB}" dt="2024-06-19T19:30:41.855" v="145" actId="478"/>
          <ac:picMkLst>
            <pc:docMk/>
            <pc:sldMk cId="1552169404" sldId="444"/>
            <ac:picMk id="6" creationId="{00000000-0000-0000-0000-000000000000}"/>
          </ac:picMkLst>
        </pc:picChg>
      </pc:sldChg>
      <pc:sldChg chg="delSp mod setBg">
        <pc:chgData name="Alejandra González De Borja" userId="a281b2a9-21f2-4056-9cf3-e6c0c26c31e1" providerId="ADAL" clId="{D8F33F88-B1BD-E746-82F1-A0B7B914BFCB}" dt="2024-06-19T19:30:35.296" v="144" actId="478"/>
        <pc:sldMkLst>
          <pc:docMk/>
          <pc:sldMk cId="2794180185" sldId="445"/>
        </pc:sldMkLst>
        <pc:picChg chg="del">
          <ac:chgData name="Alejandra González De Borja" userId="a281b2a9-21f2-4056-9cf3-e6c0c26c31e1" providerId="ADAL" clId="{D8F33F88-B1BD-E746-82F1-A0B7B914BFCB}" dt="2024-06-19T19:30:35.296" v="144" actId="478"/>
          <ac:picMkLst>
            <pc:docMk/>
            <pc:sldMk cId="2794180185" sldId="445"/>
            <ac:picMk id="6" creationId="{00000000-0000-0000-0000-000000000000}"/>
          </ac:picMkLst>
        </pc:picChg>
      </pc:sldChg>
      <pc:sldChg chg="addSp modSp new mod setBg">
        <pc:chgData name="Alejandra González De Borja" userId="a281b2a9-21f2-4056-9cf3-e6c0c26c31e1" providerId="ADAL" clId="{D8F33F88-B1BD-E746-82F1-A0B7B914BFCB}" dt="2024-06-19T19:33:21.560" v="202" actId="20577"/>
        <pc:sldMkLst>
          <pc:docMk/>
          <pc:sldMk cId="3641790307" sldId="446"/>
        </pc:sldMkLst>
        <pc:spChg chg="add mod">
          <ac:chgData name="Alejandra González De Borja" userId="a281b2a9-21f2-4056-9cf3-e6c0c26c31e1" providerId="ADAL" clId="{D8F33F88-B1BD-E746-82F1-A0B7B914BFCB}" dt="2024-06-19T19:33:21.560" v="202" actId="20577"/>
          <ac:spMkLst>
            <pc:docMk/>
            <pc:sldMk cId="3641790307" sldId="446"/>
            <ac:spMk id="2" creationId="{8F0D3517-0D1A-1159-E004-44F0BF97FB27}"/>
          </ac:spMkLst>
        </pc:spChg>
      </pc:sldChg>
      <pc:sldChg chg="del">
        <pc:chgData name="Alejandra González De Borja" userId="a281b2a9-21f2-4056-9cf3-e6c0c26c31e1" providerId="ADAL" clId="{D8F33F88-B1BD-E746-82F1-A0B7B914BFCB}" dt="2024-06-19T18:54:30.739" v="12" actId="2696"/>
        <pc:sldMkLst>
          <pc:docMk/>
          <pc:sldMk cId="3814136758" sldId="3913"/>
        </pc:sldMkLst>
      </pc:sldChg>
      <pc:sldChg chg="new del">
        <pc:chgData name="Alejandra González De Borja" userId="a281b2a9-21f2-4056-9cf3-e6c0c26c31e1" providerId="ADAL" clId="{D8F33F88-B1BD-E746-82F1-A0B7B914BFCB}" dt="2024-06-19T18:45:46.348" v="1" actId="2696"/>
        <pc:sldMkLst>
          <pc:docMk/>
          <pc:sldMk cId="2009834037" sldId="3914"/>
        </pc:sldMkLst>
      </pc:sldChg>
      <pc:sldMasterChg chg="setBg modSldLayout">
        <pc:chgData name="Alejandra González De Borja" userId="a281b2a9-21f2-4056-9cf3-e6c0c26c31e1" providerId="ADAL" clId="{D8F33F88-B1BD-E746-82F1-A0B7B914BFCB}" dt="2024-06-19T19:21:24.219" v="47"/>
        <pc:sldMasterMkLst>
          <pc:docMk/>
          <pc:sldMasterMk cId="1803446164" sldId="2147483691"/>
        </pc:sldMasterMkLst>
        <pc:sldLayoutChg chg="setBg">
          <pc:chgData name="Alejandra González De Borja" userId="a281b2a9-21f2-4056-9cf3-e6c0c26c31e1" providerId="ADAL" clId="{D8F33F88-B1BD-E746-82F1-A0B7B914BFCB}" dt="2024-06-19T19:21:24.219" v="47"/>
          <pc:sldLayoutMkLst>
            <pc:docMk/>
            <pc:sldMasterMk cId="1803446164" sldId="2147483691"/>
            <pc:sldLayoutMk cId="391563024" sldId="2147483701"/>
          </pc:sldLayoutMkLst>
        </pc:sldLayoutChg>
        <pc:sldLayoutChg chg="setBg">
          <pc:chgData name="Alejandra González De Borja" userId="a281b2a9-21f2-4056-9cf3-e6c0c26c31e1" providerId="ADAL" clId="{D8F33F88-B1BD-E746-82F1-A0B7B914BFCB}" dt="2024-06-19T19:21:24.219" v="47"/>
          <pc:sldLayoutMkLst>
            <pc:docMk/>
            <pc:sldMasterMk cId="1803446164" sldId="2147483691"/>
            <pc:sldLayoutMk cId="1801924135" sldId="2147483754"/>
          </pc:sldLayoutMkLst>
        </pc:sldLayoutChg>
        <pc:sldLayoutChg chg="setBg">
          <pc:chgData name="Alejandra González De Borja" userId="a281b2a9-21f2-4056-9cf3-e6c0c26c31e1" providerId="ADAL" clId="{D8F33F88-B1BD-E746-82F1-A0B7B914BFCB}" dt="2024-06-19T19:21:24.219" v="47"/>
          <pc:sldLayoutMkLst>
            <pc:docMk/>
            <pc:sldMasterMk cId="1803446164" sldId="2147483691"/>
            <pc:sldLayoutMk cId="3697399418" sldId="2147483755"/>
          </pc:sldLayoutMkLst>
        </pc:sldLayoutChg>
      </pc:sldMasterChg>
    </pc:docChg>
  </pc:docChgLst>
  <pc:docChgLst>
    <pc:chgData name="Alejandra González De Borja" userId="a281b2a9-21f2-4056-9cf3-e6c0c26c31e1" providerId="ADAL" clId="{7A6A3300-00F5-DA42-BF15-C4D547ABB38B}"/>
    <pc:docChg chg="undo custSel modSld sldOrd modMainMaster">
      <pc:chgData name="Alejandra González De Borja" userId="a281b2a9-21f2-4056-9cf3-e6c0c26c31e1" providerId="ADAL" clId="{7A6A3300-00F5-DA42-BF15-C4D547ABB38B}" dt="2024-07-02T23:37:56.825" v="412" actId="478"/>
      <pc:docMkLst>
        <pc:docMk/>
      </pc:docMkLst>
      <pc:sldChg chg="addSp delSp modSp mod setBg">
        <pc:chgData name="Alejandra González De Borja" userId="a281b2a9-21f2-4056-9cf3-e6c0c26c31e1" providerId="ADAL" clId="{7A6A3300-00F5-DA42-BF15-C4D547ABB38B}" dt="2024-07-02T23:37:56.825" v="412" actId="478"/>
        <pc:sldMkLst>
          <pc:docMk/>
          <pc:sldMk cId="1042066822" sldId="312"/>
        </pc:sldMkLst>
        <pc:spChg chg="add mod">
          <ac:chgData name="Alejandra González De Borja" userId="a281b2a9-21f2-4056-9cf3-e6c0c26c31e1" providerId="ADAL" clId="{7A6A3300-00F5-DA42-BF15-C4D547ABB38B}" dt="2024-06-20T18:56:18.336" v="26" actId="1035"/>
          <ac:spMkLst>
            <pc:docMk/>
            <pc:sldMk cId="1042066822" sldId="312"/>
            <ac:spMk id="2" creationId="{5781E6BF-648F-1F00-7FBF-42F09ED5DB72}"/>
          </ac:spMkLst>
        </pc:spChg>
        <pc:spChg chg="del mod">
          <ac:chgData name="Alejandra González De Borja" userId="a281b2a9-21f2-4056-9cf3-e6c0c26c31e1" providerId="ADAL" clId="{7A6A3300-00F5-DA42-BF15-C4D547ABB38B}" dt="2024-06-20T18:56:11.432" v="24" actId="478"/>
          <ac:spMkLst>
            <pc:docMk/>
            <pc:sldMk cId="1042066822" sldId="312"/>
            <ac:spMk id="4" creationId="{513A2578-DF16-9F34-F1ED-81F097D76E66}"/>
          </ac:spMkLst>
        </pc:spChg>
        <pc:picChg chg="del mod">
          <ac:chgData name="Alejandra González De Borja" userId="a281b2a9-21f2-4056-9cf3-e6c0c26c31e1" providerId="ADAL" clId="{7A6A3300-00F5-DA42-BF15-C4D547ABB38B}" dt="2024-06-20T18:55:38.044" v="17" actId="478"/>
          <ac:picMkLst>
            <pc:docMk/>
            <pc:sldMk cId="1042066822" sldId="312"/>
            <ac:picMk id="3" creationId="{0D45F4F3-4F1C-2BD9-E3A3-C7190190C260}"/>
          </ac:picMkLst>
        </pc:picChg>
        <pc:picChg chg="add del mod">
          <ac:chgData name="Alejandra González De Borja" userId="a281b2a9-21f2-4056-9cf3-e6c0c26c31e1" providerId="ADAL" clId="{7A6A3300-00F5-DA42-BF15-C4D547ABB38B}" dt="2024-06-20T19:39:42.410" v="111" actId="478"/>
          <ac:picMkLst>
            <pc:docMk/>
            <pc:sldMk cId="1042066822" sldId="312"/>
            <ac:picMk id="5" creationId="{2E6368EA-CD9A-8558-5B94-6B66ABABCCD8}"/>
          </ac:picMkLst>
        </pc:picChg>
        <pc:picChg chg="add del mod">
          <ac:chgData name="Alejandra González De Borja" userId="a281b2a9-21f2-4056-9cf3-e6c0c26c31e1" providerId="ADAL" clId="{7A6A3300-00F5-DA42-BF15-C4D547ABB38B}" dt="2024-07-02T23:37:56.825" v="412" actId="478"/>
          <ac:picMkLst>
            <pc:docMk/>
            <pc:sldMk cId="1042066822" sldId="312"/>
            <ac:picMk id="6" creationId="{B88280EB-A034-FBB2-9102-EE6BC43B61C9}"/>
          </ac:picMkLst>
        </pc:picChg>
      </pc:sldChg>
      <pc:sldChg chg="addSp delSp modSp mod setBg">
        <pc:chgData name="Alejandra González De Borja" userId="a281b2a9-21f2-4056-9cf3-e6c0c26c31e1" providerId="ADAL" clId="{7A6A3300-00F5-DA42-BF15-C4D547ABB38B}" dt="2024-07-02T18:12:36.075" v="411" actId="255"/>
        <pc:sldMkLst>
          <pc:docMk/>
          <pc:sldMk cId="2598256157" sldId="436"/>
        </pc:sldMkLst>
        <pc:spChg chg="mod">
          <ac:chgData name="Alejandra González De Borja" userId="a281b2a9-21f2-4056-9cf3-e6c0c26c31e1" providerId="ADAL" clId="{7A6A3300-00F5-DA42-BF15-C4D547ABB38B}" dt="2024-07-02T18:10:22.570" v="219" actId="1076"/>
          <ac:spMkLst>
            <pc:docMk/>
            <pc:sldMk cId="2598256157" sldId="436"/>
            <ac:spMk id="6" creationId="{0757C508-5C5E-450C-E9D1-8E0A6747746D}"/>
          </ac:spMkLst>
        </pc:spChg>
        <pc:spChg chg="mod">
          <ac:chgData name="Alejandra González De Borja" userId="a281b2a9-21f2-4056-9cf3-e6c0c26c31e1" providerId="ADAL" clId="{7A6A3300-00F5-DA42-BF15-C4D547ABB38B}" dt="2024-07-02T18:12:36.075" v="411" actId="255"/>
          <ac:spMkLst>
            <pc:docMk/>
            <pc:sldMk cId="2598256157" sldId="436"/>
            <ac:spMk id="7" creationId="{8473CDAB-5238-4D3B-F9C1-04F494826786}"/>
          </ac:spMkLst>
        </pc:spChg>
        <pc:spChg chg="mod">
          <ac:chgData name="Alejandra González De Borja" userId="a281b2a9-21f2-4056-9cf3-e6c0c26c31e1" providerId="ADAL" clId="{7A6A3300-00F5-DA42-BF15-C4D547ABB38B}" dt="2024-07-02T18:11:02.455" v="307" actId="207"/>
          <ac:spMkLst>
            <pc:docMk/>
            <pc:sldMk cId="2598256157" sldId="436"/>
            <ac:spMk id="18" creationId="{3268C42D-855F-E458-EBCA-000D9B098734}"/>
          </ac:spMkLst>
        </pc:spChg>
        <pc:grpChg chg="add mod">
          <ac:chgData name="Alejandra González De Borja" userId="a281b2a9-21f2-4056-9cf3-e6c0c26c31e1" providerId="ADAL" clId="{7A6A3300-00F5-DA42-BF15-C4D547ABB38B}" dt="2024-07-02T18:10:28.960" v="221" actId="1076"/>
          <ac:grpSpMkLst>
            <pc:docMk/>
            <pc:sldMk cId="2598256157" sldId="436"/>
            <ac:grpSpMk id="5" creationId="{2F89A59E-8AEA-6580-0FBC-3105312B1921}"/>
          </ac:grpSpMkLst>
        </pc:grpChg>
        <pc:picChg chg="add del mod">
          <ac:chgData name="Alejandra González De Borja" userId="a281b2a9-21f2-4056-9cf3-e6c0c26c31e1" providerId="ADAL" clId="{7A6A3300-00F5-DA42-BF15-C4D547ABB38B}" dt="2024-07-02T18:06:26" v="137" actId="478"/>
          <ac:picMkLst>
            <pc:docMk/>
            <pc:sldMk cId="2598256157" sldId="436"/>
            <ac:picMk id="4" creationId="{337E3096-8D21-AFA7-6790-9668951BAEFA}"/>
          </ac:picMkLst>
        </pc:picChg>
        <pc:picChg chg="del">
          <ac:chgData name="Alejandra González De Borja" userId="a281b2a9-21f2-4056-9cf3-e6c0c26c31e1" providerId="ADAL" clId="{7A6A3300-00F5-DA42-BF15-C4D547ABB38B}" dt="2024-07-02T18:10:24.168" v="220" actId="478"/>
          <ac:picMkLst>
            <pc:docMk/>
            <pc:sldMk cId="2598256157" sldId="436"/>
            <ac:picMk id="9" creationId="{936A4E6D-0384-4359-223C-BDB70E4DAAF1}"/>
          </ac:picMkLst>
        </pc:picChg>
      </pc:sldChg>
      <pc:sldChg chg="addSp modSp mod setBg">
        <pc:chgData name="Alejandra González De Borja" userId="a281b2a9-21f2-4056-9cf3-e6c0c26c31e1" providerId="ADAL" clId="{7A6A3300-00F5-DA42-BF15-C4D547ABB38B}" dt="2024-07-02T18:06:57.696" v="143"/>
        <pc:sldMkLst>
          <pc:docMk/>
          <pc:sldMk cId="1552169404" sldId="444"/>
        </pc:sldMkLst>
        <pc:spChg chg="mod">
          <ac:chgData name="Alejandra González De Borja" userId="a281b2a9-21f2-4056-9cf3-e6c0c26c31e1" providerId="ADAL" clId="{7A6A3300-00F5-DA42-BF15-C4D547ABB38B}" dt="2024-06-20T18:57:39.856" v="51" actId="20577"/>
          <ac:spMkLst>
            <pc:docMk/>
            <pc:sldMk cId="1552169404" sldId="444"/>
            <ac:spMk id="21" creationId="{E8DFF01E-F589-BDD5-22D2-6ADC5165585F}"/>
          </ac:spMkLst>
        </pc:spChg>
        <pc:picChg chg="add mod">
          <ac:chgData name="Alejandra González De Borja" userId="a281b2a9-21f2-4056-9cf3-e6c0c26c31e1" providerId="ADAL" clId="{7A6A3300-00F5-DA42-BF15-C4D547ABB38B}" dt="2024-06-20T19:40:10.753" v="116" actId="1076"/>
          <ac:picMkLst>
            <pc:docMk/>
            <pc:sldMk cId="1552169404" sldId="444"/>
            <ac:picMk id="2" creationId="{7D2B9183-8105-A814-DEFF-DC9956C65A50}"/>
          </ac:picMkLst>
        </pc:picChg>
      </pc:sldChg>
      <pc:sldChg chg="addSp delSp modSp mod setBg">
        <pc:chgData name="Alejandra González De Borja" userId="a281b2a9-21f2-4056-9cf3-e6c0c26c31e1" providerId="ADAL" clId="{7A6A3300-00F5-DA42-BF15-C4D547ABB38B}" dt="2024-07-02T18:07:15.983" v="145"/>
        <pc:sldMkLst>
          <pc:docMk/>
          <pc:sldMk cId="2794180185" sldId="445"/>
        </pc:sldMkLst>
        <pc:spChg chg="add mod">
          <ac:chgData name="Alejandra González De Borja" userId="a281b2a9-21f2-4056-9cf3-e6c0c26c31e1" providerId="ADAL" clId="{7A6A3300-00F5-DA42-BF15-C4D547ABB38B}" dt="2024-06-20T19:39:27.727" v="107" actId="1076"/>
          <ac:spMkLst>
            <pc:docMk/>
            <pc:sldMk cId="2794180185" sldId="445"/>
            <ac:spMk id="2" creationId="{FC77E490-2816-77B4-18BA-F72023A8106F}"/>
          </ac:spMkLst>
        </pc:spChg>
        <pc:spChg chg="add mod">
          <ac:chgData name="Alejandra González De Borja" userId="a281b2a9-21f2-4056-9cf3-e6c0c26c31e1" providerId="ADAL" clId="{7A6A3300-00F5-DA42-BF15-C4D547ABB38B}" dt="2024-06-20T19:39:27.727" v="107" actId="1076"/>
          <ac:spMkLst>
            <pc:docMk/>
            <pc:sldMk cId="2794180185" sldId="445"/>
            <ac:spMk id="3" creationId="{6466F0F8-6EB4-7F6E-6830-F6B923642725}"/>
          </ac:spMkLst>
        </pc:spChg>
        <pc:spChg chg="del">
          <ac:chgData name="Alejandra González De Borja" userId="a281b2a9-21f2-4056-9cf3-e6c0c26c31e1" providerId="ADAL" clId="{7A6A3300-00F5-DA42-BF15-C4D547ABB38B}" dt="2024-06-20T19:38:16.516" v="100" actId="478"/>
          <ac:spMkLst>
            <pc:docMk/>
            <pc:sldMk cId="2794180185" sldId="445"/>
            <ac:spMk id="21" creationId="{E8DFF01E-F589-BDD5-22D2-6ADC5165585F}"/>
          </ac:spMkLst>
        </pc:spChg>
        <pc:picChg chg="add mod">
          <ac:chgData name="Alejandra González De Borja" userId="a281b2a9-21f2-4056-9cf3-e6c0c26c31e1" providerId="ADAL" clId="{7A6A3300-00F5-DA42-BF15-C4D547ABB38B}" dt="2024-06-20T19:40:31.278" v="122" actId="1076"/>
          <ac:picMkLst>
            <pc:docMk/>
            <pc:sldMk cId="2794180185" sldId="445"/>
            <ac:picMk id="4" creationId="{A133657A-388B-17DD-C10F-2BD98396ABA8}"/>
          </ac:picMkLst>
        </pc:picChg>
      </pc:sldChg>
      <pc:sldChg chg="addSp delSp modSp mod ord setBg">
        <pc:chgData name="Alejandra González De Borja" userId="a281b2a9-21f2-4056-9cf3-e6c0c26c31e1" providerId="ADAL" clId="{7A6A3300-00F5-DA42-BF15-C4D547ABB38B}" dt="2024-07-02T18:08:58.091" v="179" actId="164"/>
        <pc:sldMkLst>
          <pc:docMk/>
          <pc:sldMk cId="3641790307" sldId="446"/>
        </pc:sldMkLst>
        <pc:spChg chg="add mod">
          <ac:chgData name="Alejandra González De Borja" userId="a281b2a9-21f2-4056-9cf3-e6c0c26c31e1" providerId="ADAL" clId="{7A6A3300-00F5-DA42-BF15-C4D547ABB38B}" dt="2024-07-02T18:08:58.091" v="179" actId="164"/>
          <ac:spMkLst>
            <pc:docMk/>
            <pc:sldMk cId="3641790307" sldId="446"/>
            <ac:spMk id="2" creationId="{4A16A08A-8158-99D5-092C-36BF5C39559E}"/>
          </ac:spMkLst>
        </pc:spChg>
        <pc:spChg chg="add del mod">
          <ac:chgData name="Alejandra González De Borja" userId="a281b2a9-21f2-4056-9cf3-e6c0c26c31e1" providerId="ADAL" clId="{7A6A3300-00F5-DA42-BF15-C4D547ABB38B}" dt="2024-06-20T18:57:01.275" v="30" actId="478"/>
          <ac:spMkLst>
            <pc:docMk/>
            <pc:sldMk cId="3641790307" sldId="446"/>
            <ac:spMk id="2" creationId="{8F0D3517-0D1A-1159-E004-44F0BF97FB27}"/>
          </ac:spMkLst>
        </pc:spChg>
        <pc:spChg chg="add mod">
          <ac:chgData name="Alejandra González De Borja" userId="a281b2a9-21f2-4056-9cf3-e6c0c26c31e1" providerId="ADAL" clId="{7A6A3300-00F5-DA42-BF15-C4D547ABB38B}" dt="2024-06-20T18:55:54.672" v="20" actId="1076"/>
          <ac:spMkLst>
            <pc:docMk/>
            <pc:sldMk cId="3641790307" sldId="446"/>
            <ac:spMk id="4" creationId="{01B02BA2-AA37-02B9-87E6-A0376B93DE4E}"/>
          </ac:spMkLst>
        </pc:spChg>
        <pc:spChg chg="add mod">
          <ac:chgData name="Alejandra González De Borja" userId="a281b2a9-21f2-4056-9cf3-e6c0c26c31e1" providerId="ADAL" clId="{7A6A3300-00F5-DA42-BF15-C4D547ABB38B}" dt="2024-07-02T18:08:58.091" v="179" actId="164"/>
          <ac:spMkLst>
            <pc:docMk/>
            <pc:sldMk cId="3641790307" sldId="446"/>
            <ac:spMk id="5" creationId="{B1E7080F-0DDC-E583-FCEE-3F7EA49F0411}"/>
          </ac:spMkLst>
        </pc:spChg>
        <pc:grpChg chg="add mod">
          <ac:chgData name="Alejandra González De Borja" userId="a281b2a9-21f2-4056-9cf3-e6c0c26c31e1" providerId="ADAL" clId="{7A6A3300-00F5-DA42-BF15-C4D547ABB38B}" dt="2024-07-02T18:08:58.091" v="179" actId="164"/>
          <ac:grpSpMkLst>
            <pc:docMk/>
            <pc:sldMk cId="3641790307" sldId="446"/>
            <ac:grpSpMk id="7" creationId="{6BEDF3FA-794C-1C1D-2ADC-CE3828578D9E}"/>
          </ac:grpSpMkLst>
        </pc:grpChg>
        <pc:picChg chg="add del mod modCrop">
          <ac:chgData name="Alejandra González De Borja" userId="a281b2a9-21f2-4056-9cf3-e6c0c26c31e1" providerId="ADAL" clId="{7A6A3300-00F5-DA42-BF15-C4D547ABB38B}" dt="2024-07-02T18:07:45.680" v="152" actId="478"/>
          <ac:picMkLst>
            <pc:docMk/>
            <pc:sldMk cId="3641790307" sldId="446"/>
            <ac:picMk id="3" creationId="{0FFB7761-B154-ECD5-E0D4-BEF9C4C8B555}"/>
          </ac:picMkLst>
        </pc:picChg>
        <pc:picChg chg="add del mod">
          <ac:chgData name="Alejandra González De Borja" userId="a281b2a9-21f2-4056-9cf3-e6c0c26c31e1" providerId="ADAL" clId="{7A6A3300-00F5-DA42-BF15-C4D547ABB38B}" dt="2024-06-20T19:33:33.968" v="98" actId="478"/>
          <ac:picMkLst>
            <pc:docMk/>
            <pc:sldMk cId="3641790307" sldId="446"/>
            <ac:picMk id="5" creationId="{6DD683D9-584F-5F5D-8E2B-DE332173B496}"/>
          </ac:picMkLst>
        </pc:picChg>
        <pc:picChg chg="add del mod">
          <ac:chgData name="Alejandra González De Borja" userId="a281b2a9-21f2-4056-9cf3-e6c0c26c31e1" providerId="ADAL" clId="{7A6A3300-00F5-DA42-BF15-C4D547ABB38B}" dt="2024-07-02T18:05:53.431" v="133" actId="478"/>
          <ac:picMkLst>
            <pc:docMk/>
            <pc:sldMk cId="3641790307" sldId="446"/>
            <ac:picMk id="6" creationId="{5F7844E8-2A5A-3B8E-D58D-3DA3BF3D225C}"/>
          </ac:picMkLst>
        </pc:picChg>
        <pc:picChg chg="add del mod">
          <ac:chgData name="Alejandra González De Borja" userId="a281b2a9-21f2-4056-9cf3-e6c0c26c31e1" providerId="ADAL" clId="{7A6A3300-00F5-DA42-BF15-C4D547ABB38B}" dt="2024-06-20T19:43:06.915" v="130" actId="478"/>
          <ac:picMkLst>
            <pc:docMk/>
            <pc:sldMk cId="3641790307" sldId="446"/>
            <ac:picMk id="7" creationId="{413C5563-D0C8-6969-C8FD-A6364E114C5B}"/>
          </ac:picMkLst>
        </pc:picChg>
      </pc:sldChg>
      <pc:sldMasterChg chg="setBg modSldLayout">
        <pc:chgData name="Alejandra González De Borja" userId="a281b2a9-21f2-4056-9cf3-e6c0c26c31e1" providerId="ADAL" clId="{7A6A3300-00F5-DA42-BF15-C4D547ABB38B}" dt="2024-07-02T18:06:23.433" v="136"/>
        <pc:sldMasterMkLst>
          <pc:docMk/>
          <pc:sldMasterMk cId="1803446164" sldId="2147483691"/>
        </pc:sldMasterMkLst>
        <pc:sldLayoutChg chg="setBg">
          <pc:chgData name="Alejandra González De Borja" userId="a281b2a9-21f2-4056-9cf3-e6c0c26c31e1" providerId="ADAL" clId="{7A6A3300-00F5-DA42-BF15-C4D547ABB38B}" dt="2024-07-02T18:06:23.433" v="136"/>
          <pc:sldLayoutMkLst>
            <pc:docMk/>
            <pc:sldMasterMk cId="1803446164" sldId="2147483691"/>
            <pc:sldLayoutMk cId="391563024" sldId="2147483701"/>
          </pc:sldLayoutMkLst>
        </pc:sldLayoutChg>
        <pc:sldLayoutChg chg="setBg">
          <pc:chgData name="Alejandra González De Borja" userId="a281b2a9-21f2-4056-9cf3-e6c0c26c31e1" providerId="ADAL" clId="{7A6A3300-00F5-DA42-BF15-C4D547ABB38B}" dt="2024-07-02T18:06:23.433" v="136"/>
          <pc:sldLayoutMkLst>
            <pc:docMk/>
            <pc:sldMasterMk cId="1803446164" sldId="2147483691"/>
            <pc:sldLayoutMk cId="1801924135" sldId="2147483754"/>
          </pc:sldLayoutMkLst>
        </pc:sldLayoutChg>
        <pc:sldLayoutChg chg="setBg">
          <pc:chgData name="Alejandra González De Borja" userId="a281b2a9-21f2-4056-9cf3-e6c0c26c31e1" providerId="ADAL" clId="{7A6A3300-00F5-DA42-BF15-C4D547ABB38B}" dt="2024-07-02T18:06:23.433" v="136"/>
          <pc:sldLayoutMkLst>
            <pc:docMk/>
            <pc:sldMasterMk cId="1803446164" sldId="2147483691"/>
            <pc:sldLayoutMk cId="3697399418" sldId="2147483755"/>
          </pc:sldLayoutMkLst>
        </pc:sldLayoutChg>
      </pc:sldMasterChg>
    </pc:docChg>
  </pc:docChgLst>
  <pc:docChgLst>
    <pc:chgData name="Alejandra González De Borja" userId="a281b2a9-21f2-4056-9cf3-e6c0c26c31e1" providerId="ADAL" clId="{637276CE-CAE4-964E-923B-5DAB6CD1FAF7}"/>
    <pc:docChg chg="custSel addSld modSld">
      <pc:chgData name="Alejandra González De Borja" userId="a281b2a9-21f2-4056-9cf3-e6c0c26c31e1" providerId="ADAL" clId="{637276CE-CAE4-964E-923B-5DAB6CD1FAF7}" dt="2024-08-13T19:36:48.274" v="32" actId="478"/>
      <pc:docMkLst>
        <pc:docMk/>
      </pc:docMkLst>
      <pc:sldChg chg="delSp mod">
        <pc:chgData name="Alejandra González De Borja" userId="a281b2a9-21f2-4056-9cf3-e6c0c26c31e1" providerId="ADAL" clId="{637276CE-CAE4-964E-923B-5DAB6CD1FAF7}" dt="2024-08-13T19:36:43.740" v="31" actId="478"/>
        <pc:sldMkLst>
          <pc:docMk/>
          <pc:sldMk cId="1552169404" sldId="444"/>
        </pc:sldMkLst>
        <pc:picChg chg="del">
          <ac:chgData name="Alejandra González De Borja" userId="a281b2a9-21f2-4056-9cf3-e6c0c26c31e1" providerId="ADAL" clId="{637276CE-CAE4-964E-923B-5DAB6CD1FAF7}" dt="2024-08-13T19:36:43.740" v="31" actId="478"/>
          <ac:picMkLst>
            <pc:docMk/>
            <pc:sldMk cId="1552169404" sldId="444"/>
            <ac:picMk id="2" creationId="{7D2B9183-8105-A814-DEFF-DC9956C65A50}"/>
          </ac:picMkLst>
        </pc:picChg>
      </pc:sldChg>
      <pc:sldChg chg="delSp mod">
        <pc:chgData name="Alejandra González De Borja" userId="a281b2a9-21f2-4056-9cf3-e6c0c26c31e1" providerId="ADAL" clId="{637276CE-CAE4-964E-923B-5DAB6CD1FAF7}" dt="2024-08-13T19:36:48.274" v="32" actId="478"/>
        <pc:sldMkLst>
          <pc:docMk/>
          <pc:sldMk cId="2794180185" sldId="445"/>
        </pc:sldMkLst>
        <pc:picChg chg="del">
          <ac:chgData name="Alejandra González De Borja" userId="a281b2a9-21f2-4056-9cf3-e6c0c26c31e1" providerId="ADAL" clId="{637276CE-CAE4-964E-923B-5DAB6CD1FAF7}" dt="2024-08-13T19:36:48.274" v="32" actId="478"/>
          <ac:picMkLst>
            <pc:docMk/>
            <pc:sldMk cId="2794180185" sldId="445"/>
            <ac:picMk id="4" creationId="{A133657A-388B-17DD-C10F-2BD98396ABA8}"/>
          </ac:picMkLst>
        </pc:picChg>
      </pc:sldChg>
      <pc:sldChg chg="addSp delSp modSp mod setBg">
        <pc:chgData name="Alejandra González De Borja" userId="a281b2a9-21f2-4056-9cf3-e6c0c26c31e1" providerId="ADAL" clId="{637276CE-CAE4-964E-923B-5DAB6CD1FAF7}" dt="2024-08-13T17:59:18.199" v="11"/>
        <pc:sldMkLst>
          <pc:docMk/>
          <pc:sldMk cId="3641790307" sldId="446"/>
        </pc:sldMkLst>
        <pc:spChg chg="del topLvl">
          <ac:chgData name="Alejandra González De Borja" userId="a281b2a9-21f2-4056-9cf3-e6c0c26c31e1" providerId="ADAL" clId="{637276CE-CAE4-964E-923B-5DAB6CD1FAF7}" dt="2024-08-13T17:58:44.538" v="6" actId="478"/>
          <ac:spMkLst>
            <pc:docMk/>
            <pc:sldMk cId="3641790307" sldId="446"/>
            <ac:spMk id="2" creationId="{4A16A08A-8158-99D5-092C-36BF5C39559E}"/>
          </ac:spMkLst>
        </pc:spChg>
        <pc:spChg chg="del topLvl">
          <ac:chgData name="Alejandra González De Borja" userId="a281b2a9-21f2-4056-9cf3-e6c0c26c31e1" providerId="ADAL" clId="{637276CE-CAE4-964E-923B-5DAB6CD1FAF7}" dt="2024-08-13T17:58:47.248" v="7" actId="478"/>
          <ac:spMkLst>
            <pc:docMk/>
            <pc:sldMk cId="3641790307" sldId="446"/>
            <ac:spMk id="5" creationId="{B1E7080F-0DDC-E583-FCEE-3F7EA49F0411}"/>
          </ac:spMkLst>
        </pc:spChg>
        <pc:grpChg chg="del">
          <ac:chgData name="Alejandra González De Borja" userId="a281b2a9-21f2-4056-9cf3-e6c0c26c31e1" providerId="ADAL" clId="{637276CE-CAE4-964E-923B-5DAB6CD1FAF7}" dt="2024-08-13T17:58:44.538" v="6" actId="478"/>
          <ac:grpSpMkLst>
            <pc:docMk/>
            <pc:sldMk cId="3641790307" sldId="446"/>
            <ac:grpSpMk id="7" creationId="{6BEDF3FA-794C-1C1D-2ADC-CE3828578D9E}"/>
          </ac:grpSpMkLst>
        </pc:grpChg>
        <pc:picChg chg="add del mod">
          <ac:chgData name="Alejandra González De Borja" userId="a281b2a9-21f2-4056-9cf3-e6c0c26c31e1" providerId="ADAL" clId="{637276CE-CAE4-964E-923B-5DAB6CD1FAF7}" dt="2024-08-13T17:40:12.422" v="5" actId="478"/>
          <ac:picMkLst>
            <pc:docMk/>
            <pc:sldMk cId="3641790307" sldId="446"/>
            <ac:picMk id="6" creationId="{6E3FFB12-F549-B315-1D73-9EAC8B03F4C4}"/>
          </ac:picMkLst>
        </pc:picChg>
      </pc:sldChg>
      <pc:sldChg chg="addSp delSp modSp add mod setBg">
        <pc:chgData name="Alejandra González De Borja" userId="a281b2a9-21f2-4056-9cf3-e6c0c26c31e1" providerId="ADAL" clId="{637276CE-CAE4-964E-923B-5DAB6CD1FAF7}" dt="2024-08-13T18:00:30.424" v="21"/>
        <pc:sldMkLst>
          <pc:docMk/>
          <pc:sldMk cId="3631108230" sldId="447"/>
        </pc:sldMkLst>
        <pc:spChg chg="add mod">
          <ac:chgData name="Alejandra González De Borja" userId="a281b2a9-21f2-4056-9cf3-e6c0c26c31e1" providerId="ADAL" clId="{637276CE-CAE4-964E-923B-5DAB6CD1FAF7}" dt="2024-08-13T17:59:53.976" v="19" actId="1076"/>
          <ac:spMkLst>
            <pc:docMk/>
            <pc:sldMk cId="3631108230" sldId="447"/>
            <ac:spMk id="2" creationId="{F6B482B7-4BDB-3B21-A3F5-F41E0F68E57F}"/>
          </ac:spMkLst>
        </pc:spChg>
        <pc:spChg chg="del">
          <ac:chgData name="Alejandra González De Borja" userId="a281b2a9-21f2-4056-9cf3-e6c0c26c31e1" providerId="ADAL" clId="{637276CE-CAE4-964E-923B-5DAB6CD1FAF7}" dt="2024-08-13T17:59:38.432" v="15" actId="478"/>
          <ac:spMkLst>
            <pc:docMk/>
            <pc:sldMk cId="3631108230" sldId="447"/>
            <ac:spMk id="4" creationId="{01B02BA2-AA37-02B9-87E6-A0376B93DE4E}"/>
          </ac:spMkLst>
        </pc:spChg>
      </pc:sldChg>
      <pc:sldChg chg="modSp add mod setBg">
        <pc:chgData name="Alejandra González De Borja" userId="a281b2a9-21f2-4056-9cf3-e6c0c26c31e1" providerId="ADAL" clId="{637276CE-CAE4-964E-923B-5DAB6CD1FAF7}" dt="2024-08-13T19:36:29.551" v="30" actId="1076"/>
        <pc:sldMkLst>
          <pc:docMk/>
          <pc:sldMk cId="2450891570" sldId="448"/>
        </pc:sldMkLst>
        <pc:spChg chg="mod">
          <ac:chgData name="Alejandra González De Borja" userId="a281b2a9-21f2-4056-9cf3-e6c0c26c31e1" providerId="ADAL" clId="{637276CE-CAE4-964E-923B-5DAB6CD1FAF7}" dt="2024-08-13T19:36:29.551" v="30" actId="1076"/>
          <ac:spMkLst>
            <pc:docMk/>
            <pc:sldMk cId="2450891570" sldId="448"/>
            <ac:spMk id="2" creationId="{F6B482B7-4BDB-3B21-A3F5-F41E0F68E57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6EC94-46BC-47B8-80C9-D821D5E48B60}" type="datetimeFigureOut">
              <a:rPr lang="es-MX" smtClean="0"/>
              <a:t>13/08/24</a:t>
            </a:fld>
            <a:endParaRPr lang="es-MX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34E18-48E0-42C8-829E-8A618B1D671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38064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DCC391-74EC-46B7-B2B2-21C4E0EF4A49}" type="datetimeFigureOut">
              <a:rPr lang="es-MX" smtClean="0"/>
              <a:t>13/08/24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E30106-A2B3-4DB9-ADA9-F965291BF62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41972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6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399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9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25862-055A-4F0A-952A-40D82BB0A5AB}" type="datetimeFigureOut">
              <a:rPr lang="es-MX" smtClean="0"/>
              <a:t>13/08/24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19CED-F2DF-420E-BCCA-B0443846065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03446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55" r:id="rId2"/>
    <p:sldLayoutId id="21474837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1B02BA2-AA37-02B9-87E6-A0376B93DE4E}"/>
              </a:ext>
            </a:extLst>
          </p:cNvPr>
          <p:cNvSpPr txBox="1">
            <a:spLocks/>
          </p:cNvSpPr>
          <p:nvPr/>
        </p:nvSpPr>
        <p:spPr>
          <a:xfrm>
            <a:off x="2027810" y="6137160"/>
            <a:ext cx="5406430" cy="37802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2000" i="0" u="none" strike="noStrike" kern="1200" cap="none" spc="0" normalizeH="0" baseline="0" noProof="0" dirty="0">
                <a:ln>
                  <a:noFill/>
                </a:ln>
                <a:solidFill>
                  <a:srgbClr val="203667"/>
                </a:solidFill>
                <a:effectLst/>
                <a:uLnTx/>
                <a:uFillTx/>
                <a:latin typeface="Century Gothic" panose="020B0502020202020204" pitchFamily="34" charset="0"/>
              </a:rPr>
              <a:t>Título (portada opción 1,  imagen proyecto)</a:t>
            </a:r>
          </a:p>
        </p:txBody>
      </p:sp>
    </p:spTree>
    <p:extLst>
      <p:ext uri="{BB962C8B-B14F-4D97-AF65-F5344CB8AC3E}">
        <p14:creationId xmlns:p14="http://schemas.microsoft.com/office/powerpoint/2010/main" val="3641790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6B482B7-4BDB-3B21-A3F5-F41E0F68E57F}"/>
              </a:ext>
            </a:extLst>
          </p:cNvPr>
          <p:cNvSpPr txBox="1">
            <a:spLocks/>
          </p:cNvSpPr>
          <p:nvPr/>
        </p:nvSpPr>
        <p:spPr>
          <a:xfrm>
            <a:off x="5906813" y="1124608"/>
            <a:ext cx="2883261" cy="107083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2000" i="0" u="none" strike="noStrike" kern="1200" cap="none" spc="0" normalizeH="0" baseline="0" noProof="0" dirty="0">
                <a:ln>
                  <a:noFill/>
                </a:ln>
                <a:solidFill>
                  <a:srgbClr val="203667"/>
                </a:solidFill>
                <a:effectLst/>
                <a:uLnTx/>
                <a:uFillTx/>
                <a:latin typeface="Century Gothic" panose="020B0502020202020204" pitchFamily="34" charset="0"/>
              </a:rPr>
              <a:t>Título (portada opción 1,  imagen proyecto)</a:t>
            </a:r>
          </a:p>
        </p:txBody>
      </p:sp>
    </p:spTree>
    <p:extLst>
      <p:ext uri="{BB962C8B-B14F-4D97-AF65-F5344CB8AC3E}">
        <p14:creationId xmlns:p14="http://schemas.microsoft.com/office/powerpoint/2010/main" val="3631108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6B482B7-4BDB-3B21-A3F5-F41E0F68E57F}"/>
              </a:ext>
            </a:extLst>
          </p:cNvPr>
          <p:cNvSpPr txBox="1">
            <a:spLocks/>
          </p:cNvSpPr>
          <p:nvPr/>
        </p:nvSpPr>
        <p:spPr>
          <a:xfrm>
            <a:off x="2995449" y="4740167"/>
            <a:ext cx="5496911" cy="107083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</a:rPr>
              <a:t>Título (portada opción 1,  imagen proyecto)</a:t>
            </a:r>
          </a:p>
        </p:txBody>
      </p:sp>
    </p:spTree>
    <p:extLst>
      <p:ext uri="{BB962C8B-B14F-4D97-AF65-F5344CB8AC3E}">
        <p14:creationId xmlns:p14="http://schemas.microsoft.com/office/powerpoint/2010/main" val="2450891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781E6BF-648F-1F00-7FBF-42F09ED5DB72}"/>
              </a:ext>
            </a:extLst>
          </p:cNvPr>
          <p:cNvSpPr txBox="1">
            <a:spLocks/>
          </p:cNvSpPr>
          <p:nvPr/>
        </p:nvSpPr>
        <p:spPr>
          <a:xfrm>
            <a:off x="2385848" y="4796923"/>
            <a:ext cx="4372303" cy="157440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s-ES" sz="4000" i="0" u="none" strike="noStrike" kern="1200" cap="none" spc="0" normalizeH="0" baseline="0" noProof="0" dirty="0">
                <a:ln>
                  <a:noFill/>
                </a:ln>
                <a:solidFill>
                  <a:srgbClr val="203667"/>
                </a:solidFill>
                <a:effectLst/>
                <a:uLnTx/>
                <a:uFillTx/>
                <a:latin typeface="Century Gothic" panose="020B0502020202020204" pitchFamily="34" charset="0"/>
              </a:rPr>
              <a:t>Título</a:t>
            </a:r>
          </a:p>
          <a:p>
            <a:pPr>
              <a:defRPr/>
            </a:pPr>
            <a:r>
              <a:rPr kumimoji="0" lang="es-ES" sz="2000" i="0" u="none" strike="noStrike" kern="1200" cap="none" spc="0" normalizeH="0" baseline="0" noProof="0" dirty="0">
                <a:ln>
                  <a:noFill/>
                </a:ln>
                <a:solidFill>
                  <a:srgbClr val="203667"/>
                </a:solidFill>
                <a:effectLst/>
                <a:uLnTx/>
                <a:uFillTx/>
                <a:latin typeface="Century Gothic" panose="020B0502020202020204" pitchFamily="34" charset="0"/>
              </a:rPr>
              <a:t>(portada opción 2)</a:t>
            </a:r>
          </a:p>
        </p:txBody>
      </p:sp>
    </p:spTree>
    <p:extLst>
      <p:ext uri="{BB962C8B-B14F-4D97-AF65-F5344CB8AC3E}">
        <p14:creationId xmlns:p14="http://schemas.microsoft.com/office/powerpoint/2010/main" val="1042066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8DFF01E-F589-BDD5-22D2-6ADC5165585F}"/>
              </a:ext>
            </a:extLst>
          </p:cNvPr>
          <p:cNvSpPr txBox="1">
            <a:spLocks/>
          </p:cNvSpPr>
          <p:nvPr/>
        </p:nvSpPr>
        <p:spPr>
          <a:xfrm>
            <a:off x="4487917" y="2272384"/>
            <a:ext cx="4372303" cy="157440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</a:rPr>
              <a:t>Temas / Subtemas</a:t>
            </a:r>
          </a:p>
        </p:txBody>
      </p:sp>
    </p:spTree>
    <p:extLst>
      <p:ext uri="{BB962C8B-B14F-4D97-AF65-F5344CB8AC3E}">
        <p14:creationId xmlns:p14="http://schemas.microsoft.com/office/powerpoint/2010/main" val="1552169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adroTexto 40">
            <a:extLst>
              <a:ext uri="{FF2B5EF4-FFF2-40B4-BE49-F238E27FC236}">
                <a16:creationId xmlns:a16="http://schemas.microsoft.com/office/drawing/2014/main" id="{FDA49F35-146B-3B70-0DEF-8E90699A30D5}"/>
              </a:ext>
            </a:extLst>
          </p:cNvPr>
          <p:cNvSpPr txBox="1"/>
          <p:nvPr/>
        </p:nvSpPr>
        <p:spPr>
          <a:xfrm>
            <a:off x="1826858" y="234690"/>
            <a:ext cx="6579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>
                <a:latin typeface="Century Gothic" panose="020B0502020202020204" pitchFamily="34" charset="0"/>
                <a:cs typeface="Arial" panose="020B0604020202020204" pitchFamily="34" charset="0"/>
              </a:rPr>
              <a:t>Contenido</a:t>
            </a:r>
            <a:endParaRPr lang="es-MX" sz="2800" b="1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D75009-DD04-135A-27C6-C38073B30F14}"/>
              </a:ext>
            </a:extLst>
          </p:cNvPr>
          <p:cNvSpPr txBox="1"/>
          <p:nvPr/>
        </p:nvSpPr>
        <p:spPr>
          <a:xfrm>
            <a:off x="355411" y="2695383"/>
            <a:ext cx="49620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latin typeface="Century Gothic" panose="020B0502020202020204" pitchFamily="34" charset="0"/>
                <a:cs typeface="Arial" panose="020B0604020202020204" pitchFamily="34" charset="0"/>
              </a:rPr>
              <a:t>SYM Servicios Integrales, S.A. de C.V., con experiencia en proyectos de integración de Centros de Comando y Control en una Plataforma Tecnológica Inteligente, propone actualizar los servicios del ECU 911. La incorporación de tecnologías modernas permitirá mejorar la eficiencia en la atención de emergencias e incidentes relacionados con la seguridad pública en Ecuador.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BD2D4DD-794D-33ED-6A9C-ED71445AD3AD}"/>
              </a:ext>
            </a:extLst>
          </p:cNvPr>
          <p:cNvSpPr txBox="1"/>
          <p:nvPr/>
        </p:nvSpPr>
        <p:spPr>
          <a:xfrm>
            <a:off x="1502979" y="12612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2F89A59E-8AEA-6580-0FBC-3105312B1921}"/>
              </a:ext>
            </a:extLst>
          </p:cNvPr>
          <p:cNvGrpSpPr/>
          <p:nvPr/>
        </p:nvGrpSpPr>
        <p:grpSpPr>
          <a:xfrm>
            <a:off x="6045816" y="1878589"/>
            <a:ext cx="2636874" cy="3489001"/>
            <a:chOff x="176980" y="1893335"/>
            <a:chExt cx="8790039" cy="3197084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757C508-5C5E-450C-E9D1-8E0A6747746D}"/>
                </a:ext>
              </a:extLst>
            </p:cNvPr>
            <p:cNvSpPr/>
            <p:nvPr/>
          </p:nvSpPr>
          <p:spPr>
            <a:xfrm>
              <a:off x="176980" y="1893335"/>
              <a:ext cx="8790039" cy="319708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" name="Text Placeholder 5">
              <a:extLst>
                <a:ext uri="{FF2B5EF4-FFF2-40B4-BE49-F238E27FC236}">
                  <a16:creationId xmlns:a16="http://schemas.microsoft.com/office/drawing/2014/main" id="{8473CDAB-5238-4D3B-F9C1-04F494826786}"/>
                </a:ext>
              </a:extLst>
            </p:cNvPr>
            <p:cNvSpPr txBox="1">
              <a:spLocks/>
            </p:cNvSpPr>
            <p:nvPr/>
          </p:nvSpPr>
          <p:spPr>
            <a:xfrm>
              <a:off x="1246416" y="1985303"/>
              <a:ext cx="6651167" cy="748456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b="1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s-ES" sz="16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entury Gothic" panose="020B0502020202020204" pitchFamily="34" charset="0"/>
                </a:rPr>
                <a:t>Imágenes (con degradado frontal)</a:t>
              </a:r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268C42D-855F-E458-EBCA-000D9B098734}"/>
              </a:ext>
            </a:extLst>
          </p:cNvPr>
          <p:cNvSpPr/>
          <p:nvPr/>
        </p:nvSpPr>
        <p:spPr>
          <a:xfrm>
            <a:off x="5939917" y="3099633"/>
            <a:ext cx="2848672" cy="2267957"/>
          </a:xfrm>
          <a:prstGeom prst="rect">
            <a:avLst/>
          </a:prstGeom>
          <a:gradFill>
            <a:gsLst>
              <a:gs pos="50000">
                <a:srgbClr val="1E95D3">
                  <a:alpha val="0"/>
                </a:srgbClr>
              </a:gs>
              <a:gs pos="100000">
                <a:srgbClr val="20366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8256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C77E490-2816-77B4-18BA-F72023A8106F}"/>
              </a:ext>
            </a:extLst>
          </p:cNvPr>
          <p:cNvSpPr txBox="1"/>
          <p:nvPr/>
        </p:nvSpPr>
        <p:spPr>
          <a:xfrm>
            <a:off x="5208007" y="2869274"/>
            <a:ext cx="3046328" cy="1020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info@symservicios.com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(+52) 55 5444 9816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www.symservicios.com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66F0F8-6EB4-7F6E-6830-F6B923642725}"/>
              </a:ext>
            </a:extLst>
          </p:cNvPr>
          <p:cNvSpPr txBox="1"/>
          <p:nvPr/>
        </p:nvSpPr>
        <p:spPr>
          <a:xfrm>
            <a:off x="4855148" y="2072645"/>
            <a:ext cx="3752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¡MUCHAS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2794180185"/>
      </p:ext>
    </p:extLst>
  </p:cSld>
  <p:clrMapOvr>
    <a:masterClrMapping/>
  </p:clrMapOvr>
</p:sld>
</file>

<file path=ppt/theme/theme1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79cd638-58fc-4dce-acff-5746d26d87ee" xsi:nil="true"/>
    <lcf76f155ced4ddcb4097134ff3c332f xmlns="bf242868-849e-4fe5-9347-4ffca5c7379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B5FB27874D0B640A728DE3BD2CCFB3E" ma:contentTypeVersion="16" ma:contentTypeDescription="Crear nuevo documento." ma:contentTypeScope="" ma:versionID="2e2d26941bf4a84bfb7fe51c60ec7f9a">
  <xsd:schema xmlns:xsd="http://www.w3.org/2001/XMLSchema" xmlns:xs="http://www.w3.org/2001/XMLSchema" xmlns:p="http://schemas.microsoft.com/office/2006/metadata/properties" xmlns:ns2="bf242868-849e-4fe5-9347-4ffca5c7379a" xmlns:ns3="e79cd638-58fc-4dce-acff-5746d26d87ee" targetNamespace="http://schemas.microsoft.com/office/2006/metadata/properties" ma:root="true" ma:fieldsID="5eeda070a60db05bcad7edf16c8aa48b" ns2:_="" ns3:_="">
    <xsd:import namespace="bf242868-849e-4fe5-9347-4ffca5c7379a"/>
    <xsd:import namespace="e79cd638-58fc-4dce-acff-5746d26d87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42868-849e-4fe5-9347-4ffca5c737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03bfc367-8610-44d7-a8ec-c8db8bee50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9cd638-58fc-4dce-acff-5746d26d87e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9b91d7e-4832-4c04-b045-3bb940f4eb3f}" ma:internalName="TaxCatchAll" ma:showField="CatchAllData" ma:web="e79cd638-58fc-4dce-acff-5746d26d87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607E03-445B-4A06-8164-534D3A180448}">
  <ds:schemaRefs>
    <ds:schemaRef ds:uri="http://purl.org/dc/elements/1.1/"/>
    <ds:schemaRef ds:uri="bf242868-849e-4fe5-9347-4ffca5c7379a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e79cd638-58fc-4dce-acff-5746d26d87e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04C1AFA-36CE-4736-8081-0B239FB712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242868-849e-4fe5-9347-4ffca5c7379a"/>
    <ds:schemaRef ds:uri="e79cd638-58fc-4dce-acff-5746d26d87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4AFED2-3EEE-46A8-A368-2F0F30F175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17842</TotalTime>
  <Words>126</Words>
  <Application>Microsoft Macintosh PowerPoint</Application>
  <PresentationFormat>Presentación en pantalla (4:3)</PresentationFormat>
  <Paragraphs>13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Djimenez</dc:creator>
  <cp:lastModifiedBy>Alejandra González De Borja</cp:lastModifiedBy>
  <cp:revision>311</cp:revision>
  <dcterms:created xsi:type="dcterms:W3CDTF">2020-04-30T17:21:31Z</dcterms:created>
  <dcterms:modified xsi:type="dcterms:W3CDTF">2024-08-13T19:36:50Z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0x0101008B5FB27874D0B640A728DE3BD2CCFB3E</vt:lpwstr>
  </property>
</Properties>
</file>